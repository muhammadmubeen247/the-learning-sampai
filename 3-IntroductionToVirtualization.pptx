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6"/>
  </p:notesMasterIdLst>
  <p:sldIdLst>
    <p:sldId id="267" r:id="rId3"/>
    <p:sldId id="618" r:id="rId4"/>
    <p:sldId id="743" r:id="rId5"/>
    <p:sldId id="722" r:id="rId6"/>
    <p:sldId id="744" r:id="rId7"/>
    <p:sldId id="742" r:id="rId8"/>
    <p:sldId id="723" r:id="rId9"/>
    <p:sldId id="543" r:id="rId10"/>
    <p:sldId id="724" r:id="rId11"/>
    <p:sldId id="725" r:id="rId12"/>
    <p:sldId id="726" r:id="rId13"/>
    <p:sldId id="746" r:id="rId14"/>
    <p:sldId id="747" r:id="rId15"/>
    <p:sldId id="748" r:id="rId16"/>
    <p:sldId id="749" r:id="rId17"/>
    <p:sldId id="750" r:id="rId18"/>
    <p:sldId id="751" r:id="rId19"/>
    <p:sldId id="752" r:id="rId20"/>
    <p:sldId id="753" r:id="rId21"/>
    <p:sldId id="754" r:id="rId22"/>
    <p:sldId id="755" r:id="rId23"/>
    <p:sldId id="756" r:id="rId24"/>
    <p:sldId id="757" r:id="rId25"/>
    <p:sldId id="758" r:id="rId26"/>
    <p:sldId id="759" r:id="rId27"/>
    <p:sldId id="760" r:id="rId28"/>
    <p:sldId id="761" r:id="rId29"/>
    <p:sldId id="762" r:id="rId30"/>
    <p:sldId id="763" r:id="rId31"/>
    <p:sldId id="764" r:id="rId32"/>
    <p:sldId id="768" r:id="rId33"/>
    <p:sldId id="769" r:id="rId34"/>
    <p:sldId id="770" r:id="rId35"/>
    <p:sldId id="771" r:id="rId36"/>
    <p:sldId id="765" r:id="rId37"/>
    <p:sldId id="766" r:id="rId38"/>
    <p:sldId id="767" r:id="rId39"/>
    <p:sldId id="745" r:id="rId40"/>
    <p:sldId id="637" r:id="rId41"/>
    <p:sldId id="727" r:id="rId42"/>
    <p:sldId id="728" r:id="rId43"/>
    <p:sldId id="729" r:id="rId44"/>
    <p:sldId id="73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6DFC"/>
    <a:srgbClr val="9999FF"/>
    <a:srgbClr val="6435A9"/>
    <a:srgbClr val="66CCFF"/>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EC99FD-4093-4E82-AA36-7600DEBA512C}" v="15" dt="2025-10-31T09:30:18.8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28" autoAdjust="0"/>
  </p:normalViewPr>
  <p:slideViewPr>
    <p:cSldViewPr snapToGrid="0">
      <p:cViewPr varScale="1">
        <p:scale>
          <a:sx n="48" d="100"/>
          <a:sy n="48" d="100"/>
        </p:scale>
        <p:origin x="18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D37C5E1E-F139-4332-ADB1-E8D22FE39AFF}"/>
    <pc:docChg chg="undo custSel addSld delSld modSld sldOrd">
      <pc:chgData name="Hasan Jamal" userId="6724a5da2ffd1b8f" providerId="LiveId" clId="{D37C5E1E-F139-4332-ADB1-E8D22FE39AFF}" dt="2024-09-13T03:14:47.667" v="1015" actId="20577"/>
      <pc:docMkLst>
        <pc:docMk/>
      </pc:docMkLst>
      <pc:sldChg chg="modAnim">
        <pc:chgData name="Hasan Jamal" userId="6724a5da2ffd1b8f" providerId="LiveId" clId="{D37C5E1E-F139-4332-ADB1-E8D22FE39AFF}" dt="2024-09-02T06:58:36.842" v="4"/>
        <pc:sldMkLst>
          <pc:docMk/>
          <pc:sldMk cId="1191552048" sldId="540"/>
        </pc:sldMkLst>
      </pc:sldChg>
      <pc:sldChg chg="modSp modAnim">
        <pc:chgData name="Hasan Jamal" userId="6724a5da2ffd1b8f" providerId="LiveId" clId="{D37C5E1E-F139-4332-ADB1-E8D22FE39AFF}" dt="2024-09-09T03:20:32.316" v="21" actId="20577"/>
        <pc:sldMkLst>
          <pc:docMk/>
          <pc:sldMk cId="3673589650" sldId="543"/>
        </pc:sldMkLst>
      </pc:sldChg>
      <pc:sldChg chg="modSp mod">
        <pc:chgData name="Hasan Jamal" userId="6724a5da2ffd1b8f" providerId="LiveId" clId="{D37C5E1E-F139-4332-ADB1-E8D22FE39AFF}" dt="2024-09-09T03:27:12.454" v="22" actId="20577"/>
        <pc:sldMkLst>
          <pc:docMk/>
          <pc:sldMk cId="2829778637" sldId="544"/>
        </pc:sldMkLst>
      </pc:sldChg>
      <pc:sldChg chg="modSp mod">
        <pc:chgData name="Hasan Jamal" userId="6724a5da2ffd1b8f" providerId="LiveId" clId="{D37C5E1E-F139-4332-ADB1-E8D22FE39AFF}" dt="2024-09-09T05:51:01.895" v="23" actId="20577"/>
        <pc:sldMkLst>
          <pc:docMk/>
          <pc:sldMk cId="3565233425" sldId="553"/>
        </pc:sldMkLst>
      </pc:sldChg>
      <pc:sldChg chg="modAnim">
        <pc:chgData name="Hasan Jamal" userId="6724a5da2ffd1b8f" providerId="LiveId" clId="{D37C5E1E-F139-4332-ADB1-E8D22FE39AFF}" dt="2024-09-09T06:02:45.783" v="30"/>
        <pc:sldMkLst>
          <pc:docMk/>
          <pc:sldMk cId="1339471842" sldId="561"/>
        </pc:sldMkLst>
      </pc:sldChg>
      <pc:sldChg chg="modAnim">
        <pc:chgData name="Hasan Jamal" userId="6724a5da2ffd1b8f" providerId="LiveId" clId="{D37C5E1E-F139-4332-ADB1-E8D22FE39AFF}" dt="2024-09-09T06:03:39.876" v="31"/>
        <pc:sldMkLst>
          <pc:docMk/>
          <pc:sldMk cId="816086383" sldId="562"/>
        </pc:sldMkLst>
      </pc:sldChg>
      <pc:sldChg chg="modSp mod">
        <pc:chgData name="Hasan Jamal" userId="6724a5da2ffd1b8f" providerId="LiveId" clId="{D37C5E1E-F139-4332-ADB1-E8D22FE39AFF}" dt="2024-09-09T06:04:34.531" v="37" actId="20577"/>
        <pc:sldMkLst>
          <pc:docMk/>
          <pc:sldMk cId="2873058451" sldId="564"/>
        </pc:sldMkLst>
      </pc:sldChg>
      <pc:sldChg chg="modSp mod">
        <pc:chgData name="Hasan Jamal" userId="6724a5da2ffd1b8f" providerId="LiveId" clId="{D37C5E1E-F139-4332-ADB1-E8D22FE39AFF}" dt="2024-09-09T06:06:16.305" v="40" actId="20577"/>
        <pc:sldMkLst>
          <pc:docMk/>
          <pc:sldMk cId="306440915" sldId="577"/>
        </pc:sldMkLst>
      </pc:sldChg>
      <pc:sldChg chg="modSp mod">
        <pc:chgData name="Hasan Jamal" userId="6724a5da2ffd1b8f" providerId="LiveId" clId="{D37C5E1E-F139-4332-ADB1-E8D22FE39AFF}" dt="2024-09-09T06:07:43.868" v="41" actId="20577"/>
        <pc:sldMkLst>
          <pc:docMk/>
          <pc:sldMk cId="3206498402" sldId="584"/>
        </pc:sldMkLst>
      </pc:sldChg>
      <pc:sldChg chg="modSp mod">
        <pc:chgData name="Hasan Jamal" userId="6724a5da2ffd1b8f" providerId="LiveId" clId="{D37C5E1E-F139-4332-ADB1-E8D22FE39AFF}" dt="2024-09-13T03:14:47.667" v="1015" actId="20577"/>
        <pc:sldMkLst>
          <pc:docMk/>
          <pc:sldMk cId="2858384051" sldId="587"/>
        </pc:sldMkLst>
      </pc:sldChg>
      <pc:sldChg chg="modAnim">
        <pc:chgData name="Hasan Jamal" userId="6724a5da2ffd1b8f" providerId="LiveId" clId="{D37C5E1E-F139-4332-ADB1-E8D22FE39AFF}" dt="2024-09-02T06:59:50.959" v="11"/>
        <pc:sldMkLst>
          <pc:docMk/>
          <pc:sldMk cId="4292783830" sldId="588"/>
        </pc:sldMkLst>
      </pc:sldChg>
      <pc:sldChg chg="modSp mod">
        <pc:chgData name="Hasan Jamal" userId="6724a5da2ffd1b8f" providerId="LiveId" clId="{D37C5E1E-F139-4332-ADB1-E8D22FE39AFF}" dt="2024-09-10T08:23:28.226" v="1011" actId="1076"/>
        <pc:sldMkLst>
          <pc:docMk/>
          <pc:sldMk cId="274183469" sldId="591"/>
        </pc:sldMkLst>
      </pc:sldChg>
      <pc:sldChg chg="del">
        <pc:chgData name="Hasan Jamal" userId="6724a5da2ffd1b8f" providerId="LiveId" clId="{D37C5E1E-F139-4332-ADB1-E8D22FE39AFF}" dt="2024-09-05T05:47:47.934" v="13" actId="2696"/>
        <pc:sldMkLst>
          <pc:docMk/>
          <pc:sldMk cId="1458936523" sldId="592"/>
        </pc:sldMkLst>
      </pc:sldChg>
      <pc:sldChg chg="del">
        <pc:chgData name="Hasan Jamal" userId="6724a5da2ffd1b8f" providerId="LiveId" clId="{D37C5E1E-F139-4332-ADB1-E8D22FE39AFF}" dt="2024-09-05T05:47:47.934" v="13" actId="2696"/>
        <pc:sldMkLst>
          <pc:docMk/>
          <pc:sldMk cId="3104079279" sldId="593"/>
        </pc:sldMkLst>
      </pc:sldChg>
      <pc:sldChg chg="del">
        <pc:chgData name="Hasan Jamal" userId="6724a5da2ffd1b8f" providerId="LiveId" clId="{D37C5E1E-F139-4332-ADB1-E8D22FE39AFF}" dt="2024-09-05T05:47:47.934" v="13" actId="2696"/>
        <pc:sldMkLst>
          <pc:docMk/>
          <pc:sldMk cId="1404803089" sldId="594"/>
        </pc:sldMkLst>
      </pc:sldChg>
      <pc:sldChg chg="del">
        <pc:chgData name="Hasan Jamal" userId="6724a5da2ffd1b8f" providerId="LiveId" clId="{D37C5E1E-F139-4332-ADB1-E8D22FE39AFF}" dt="2024-09-05T05:47:47.934" v="13" actId="2696"/>
        <pc:sldMkLst>
          <pc:docMk/>
          <pc:sldMk cId="2889225343" sldId="595"/>
        </pc:sldMkLst>
      </pc:sldChg>
      <pc:sldChg chg="del">
        <pc:chgData name="Hasan Jamal" userId="6724a5da2ffd1b8f" providerId="LiveId" clId="{D37C5E1E-F139-4332-ADB1-E8D22FE39AFF}" dt="2024-09-05T05:47:47.934" v="13" actId="2696"/>
        <pc:sldMkLst>
          <pc:docMk/>
          <pc:sldMk cId="2071882620" sldId="596"/>
        </pc:sldMkLst>
      </pc:sldChg>
      <pc:sldChg chg="addSp delSp modSp mod">
        <pc:chgData name="Hasan Jamal" userId="6724a5da2ffd1b8f" providerId="LiveId" clId="{D37C5E1E-F139-4332-ADB1-E8D22FE39AFF}" dt="2024-09-10T08:07:13.576" v="691" actId="20577"/>
        <pc:sldMkLst>
          <pc:docMk/>
          <pc:sldMk cId="1042455817" sldId="598"/>
        </pc:sldMkLst>
      </pc:sldChg>
      <pc:sldChg chg="modSp mod">
        <pc:chgData name="Hasan Jamal" userId="6724a5da2ffd1b8f" providerId="LiveId" clId="{D37C5E1E-F139-4332-ADB1-E8D22FE39AFF}" dt="2024-09-10T08:18:10.102" v="958" actId="1035"/>
        <pc:sldMkLst>
          <pc:docMk/>
          <pc:sldMk cId="2250875496" sldId="599"/>
        </pc:sldMkLst>
      </pc:sldChg>
      <pc:sldChg chg="del">
        <pc:chgData name="Hasan Jamal" userId="6724a5da2ffd1b8f" providerId="LiveId" clId="{D37C5E1E-F139-4332-ADB1-E8D22FE39AFF}" dt="2024-09-02T17:28:25.524" v="12" actId="2696"/>
        <pc:sldMkLst>
          <pc:docMk/>
          <pc:sldMk cId="2245585915" sldId="605"/>
        </pc:sldMkLst>
      </pc:sldChg>
      <pc:sldChg chg="del">
        <pc:chgData name="Hasan Jamal" userId="6724a5da2ffd1b8f" providerId="LiveId" clId="{D37C5E1E-F139-4332-ADB1-E8D22FE39AFF}" dt="2024-09-02T17:28:25.524" v="12" actId="2696"/>
        <pc:sldMkLst>
          <pc:docMk/>
          <pc:sldMk cId="2073823400" sldId="606"/>
        </pc:sldMkLst>
      </pc:sldChg>
      <pc:sldChg chg="del">
        <pc:chgData name="Hasan Jamal" userId="6724a5da2ffd1b8f" providerId="LiveId" clId="{D37C5E1E-F139-4332-ADB1-E8D22FE39AFF}" dt="2024-09-05T05:47:47.934" v="13" actId="2696"/>
        <pc:sldMkLst>
          <pc:docMk/>
          <pc:sldMk cId="2041488050" sldId="607"/>
        </pc:sldMkLst>
      </pc:sldChg>
      <pc:sldChg chg="addSp delSp modSp mod ord">
        <pc:chgData name="Hasan Jamal" userId="6724a5da2ffd1b8f" providerId="LiveId" clId="{D37C5E1E-F139-4332-ADB1-E8D22FE39AFF}" dt="2024-09-10T08:16:13.332" v="952" actId="20577"/>
        <pc:sldMkLst>
          <pc:docMk/>
          <pc:sldMk cId="3200845249" sldId="613"/>
        </pc:sldMkLst>
      </pc:sldChg>
      <pc:sldChg chg="del">
        <pc:chgData name="Hasan Jamal" userId="6724a5da2ffd1b8f" providerId="LiveId" clId="{D37C5E1E-F139-4332-ADB1-E8D22FE39AFF}" dt="2024-09-05T05:47:47.934" v="13" actId="2696"/>
        <pc:sldMkLst>
          <pc:docMk/>
          <pc:sldMk cId="973189905" sldId="614"/>
        </pc:sldMkLst>
      </pc:sldChg>
      <pc:sldChg chg="modSp add mod">
        <pc:chgData name="Hasan Jamal" userId="6724a5da2ffd1b8f" providerId="LiveId" clId="{D37C5E1E-F139-4332-ADB1-E8D22FE39AFF}" dt="2024-09-10T08:19:51.894" v="1008" actId="20577"/>
        <pc:sldMkLst>
          <pc:docMk/>
          <pc:sldMk cId="1490959042" sldId="614"/>
        </pc:sldMkLst>
      </pc:sldChg>
      <pc:sldChg chg="delSp modSp add mod ord">
        <pc:chgData name="Hasan Jamal" userId="6724a5da2ffd1b8f" providerId="LiveId" clId="{D37C5E1E-F139-4332-ADB1-E8D22FE39AFF}" dt="2024-09-10T08:25:26.896" v="1012" actId="20577"/>
        <pc:sldMkLst>
          <pc:docMk/>
          <pc:sldMk cId="1315282947" sldId="615"/>
        </pc:sldMkLst>
      </pc:sldChg>
      <pc:sldChg chg="del">
        <pc:chgData name="Hasan Jamal" userId="6724a5da2ffd1b8f" providerId="LiveId" clId="{D37C5E1E-F139-4332-ADB1-E8D22FE39AFF}" dt="2024-09-05T05:47:47.934" v="13" actId="2696"/>
        <pc:sldMkLst>
          <pc:docMk/>
          <pc:sldMk cId="3872714251" sldId="615"/>
        </pc:sldMkLst>
      </pc:sldChg>
    </pc:docChg>
  </pc:docChgLst>
  <pc:docChgLst>
    <pc:chgData name="Hasan Jamal" userId="6724a5da2ffd1b8f" providerId="LiveId" clId="{B12D006D-71A4-4955-9872-501FD606823D}"/>
    <pc:docChg chg="undo redo custSel addSld delSld modSld sldOrd">
      <pc:chgData name="Hasan Jamal" userId="6724a5da2ffd1b8f" providerId="LiveId" clId="{B12D006D-71A4-4955-9872-501FD606823D}" dt="2025-10-31T09:38:32.766" v="2972" actId="20577"/>
      <pc:docMkLst>
        <pc:docMk/>
      </pc:docMkLst>
      <pc:sldChg chg="modSp mod">
        <pc:chgData name="Hasan Jamal" userId="6724a5da2ffd1b8f" providerId="LiveId" clId="{B12D006D-71A4-4955-9872-501FD606823D}" dt="2025-09-24T05:11:59.119" v="18" actId="2711"/>
        <pc:sldMkLst>
          <pc:docMk/>
          <pc:sldMk cId="1423990881" sldId="267"/>
        </pc:sldMkLst>
      </pc:sldChg>
      <pc:sldChg chg="modSp add del mod">
        <pc:chgData name="Hasan Jamal" userId="6724a5da2ffd1b8f" providerId="LiveId" clId="{B12D006D-71A4-4955-9872-501FD606823D}" dt="2025-09-24T05:14:51.759" v="25" actId="47"/>
        <pc:sldMkLst>
          <pc:docMk/>
          <pc:sldMk cId="0" sldId="282"/>
        </pc:sldMkLst>
      </pc:sldChg>
      <pc:sldChg chg="modSp add mod">
        <pc:chgData name="Hasan Jamal" userId="6724a5da2ffd1b8f" providerId="LiveId" clId="{B12D006D-71A4-4955-9872-501FD606823D}" dt="2025-09-24T06:11:52.402" v="1456" actId="1036"/>
        <pc:sldMkLst>
          <pc:docMk/>
          <pc:sldMk cId="1158288531" sldId="543"/>
        </pc:sldMkLst>
      </pc:sldChg>
      <pc:sldChg chg="addSp delSp modSp mod ord">
        <pc:chgData name="Hasan Jamal" userId="6724a5da2ffd1b8f" providerId="LiveId" clId="{B12D006D-71A4-4955-9872-501FD606823D}" dt="2025-09-24T06:12:11.183" v="1458"/>
        <pc:sldMkLst>
          <pc:docMk/>
          <pc:sldMk cId="513653404" sldId="618"/>
        </pc:sldMkLst>
      </pc:sldChg>
      <pc:sldChg chg="del">
        <pc:chgData name="Hasan Jamal" userId="6724a5da2ffd1b8f" providerId="LiveId" clId="{B12D006D-71A4-4955-9872-501FD606823D}" dt="2025-09-24T05:55:13.856" v="1270" actId="47"/>
        <pc:sldMkLst>
          <pc:docMk/>
          <pc:sldMk cId="3187542710" sldId="631"/>
        </pc:sldMkLst>
      </pc:sldChg>
      <pc:sldChg chg="del">
        <pc:chgData name="Hasan Jamal" userId="6724a5da2ffd1b8f" providerId="LiveId" clId="{B12D006D-71A4-4955-9872-501FD606823D}" dt="2025-09-24T06:04:14.185" v="1366" actId="47"/>
        <pc:sldMkLst>
          <pc:docMk/>
          <pc:sldMk cId="2546045990" sldId="632"/>
        </pc:sldMkLst>
      </pc:sldChg>
      <pc:sldChg chg="addSp delSp modSp mod">
        <pc:chgData name="Hasan Jamal" userId="6724a5da2ffd1b8f" providerId="LiveId" clId="{B12D006D-71A4-4955-9872-501FD606823D}" dt="2025-09-24T05:39:50.749" v="1076" actId="207"/>
        <pc:sldMkLst>
          <pc:docMk/>
          <pc:sldMk cId="1071127723" sldId="637"/>
        </pc:sldMkLst>
      </pc:sldChg>
      <pc:sldChg chg="delSp modSp mod">
        <pc:chgData name="Hasan Jamal" userId="6724a5da2ffd1b8f" providerId="LiveId" clId="{B12D006D-71A4-4955-9872-501FD606823D}" dt="2025-09-24T06:06:34.566" v="1386" actId="27636"/>
        <pc:sldMkLst>
          <pc:docMk/>
          <pc:sldMk cId="1914851338" sldId="722"/>
        </pc:sldMkLst>
      </pc:sldChg>
      <pc:sldChg chg="delSp modSp mod ord">
        <pc:chgData name="Hasan Jamal" userId="6724a5da2ffd1b8f" providerId="LiveId" clId="{B12D006D-71A4-4955-9872-501FD606823D}" dt="2025-10-01T05:09:15.802" v="1462"/>
        <pc:sldMkLst>
          <pc:docMk/>
          <pc:sldMk cId="3945889829" sldId="723"/>
        </pc:sldMkLst>
      </pc:sldChg>
      <pc:sldChg chg="addSp delSp modSp mod">
        <pc:chgData name="Hasan Jamal" userId="6724a5da2ffd1b8f" providerId="LiveId" clId="{B12D006D-71A4-4955-9872-501FD606823D}" dt="2025-10-01T05:12:28.290" v="1531"/>
        <pc:sldMkLst>
          <pc:docMk/>
          <pc:sldMk cId="1819457860" sldId="724"/>
        </pc:sldMkLst>
        <pc:spChg chg="mod">
          <ac:chgData name="Hasan Jamal" userId="6724a5da2ffd1b8f" providerId="LiveId" clId="{B12D006D-71A4-4955-9872-501FD606823D}" dt="2025-10-01T05:12:28.290" v="1531"/>
          <ac:spMkLst>
            <pc:docMk/>
            <pc:sldMk cId="1819457860" sldId="724"/>
            <ac:spMk id="12" creationId="{4916F587-088E-6BDD-6C20-C630FD7B1D41}"/>
          </ac:spMkLst>
        </pc:spChg>
      </pc:sldChg>
      <pc:sldChg chg="addSp delSp modSp mod">
        <pc:chgData name="Hasan Jamal" userId="6724a5da2ffd1b8f" providerId="LiveId" clId="{B12D006D-71A4-4955-9872-501FD606823D}" dt="2025-09-24T05:33:39.123" v="983" actId="14861"/>
        <pc:sldMkLst>
          <pc:docMk/>
          <pc:sldMk cId="2049982078" sldId="725"/>
        </pc:sldMkLst>
      </pc:sldChg>
      <pc:sldChg chg="delSp modSp mod">
        <pc:chgData name="Hasan Jamal" userId="6724a5da2ffd1b8f" providerId="LiveId" clId="{B12D006D-71A4-4955-9872-501FD606823D}" dt="2025-10-01T05:15:15.925" v="1666" actId="948"/>
        <pc:sldMkLst>
          <pc:docMk/>
          <pc:sldMk cId="715318681" sldId="726"/>
        </pc:sldMkLst>
        <pc:spChg chg="mod">
          <ac:chgData name="Hasan Jamal" userId="6724a5da2ffd1b8f" providerId="LiveId" clId="{B12D006D-71A4-4955-9872-501FD606823D}" dt="2025-10-01T05:15:15.925" v="1666" actId="948"/>
          <ac:spMkLst>
            <pc:docMk/>
            <pc:sldMk cId="715318681" sldId="726"/>
            <ac:spMk id="12" creationId="{F761B8B6-E3D9-A658-D63B-18DE4AD7AEFE}"/>
          </ac:spMkLst>
        </pc:spChg>
        <pc:spChg chg="mod">
          <ac:chgData name="Hasan Jamal" userId="6724a5da2ffd1b8f" providerId="LiveId" clId="{B12D006D-71A4-4955-9872-501FD606823D}" dt="2025-10-01T05:14:19.338" v="1549" actId="20577"/>
          <ac:spMkLst>
            <pc:docMk/>
            <pc:sldMk cId="715318681" sldId="726"/>
            <ac:spMk id="3074" creationId="{0B536D53-7279-FCB7-99C7-0BD9DD8AA810}"/>
          </ac:spMkLst>
        </pc:spChg>
      </pc:sldChg>
      <pc:sldChg chg="addSp delSp modSp mod">
        <pc:chgData name="Hasan Jamal" userId="6724a5da2ffd1b8f" providerId="LiveId" clId="{B12D006D-71A4-4955-9872-501FD606823D}" dt="2025-09-24T05:52:07.726" v="1250" actId="1036"/>
        <pc:sldMkLst>
          <pc:docMk/>
          <pc:sldMk cId="731796911" sldId="727"/>
        </pc:sldMkLst>
      </pc:sldChg>
      <pc:sldChg chg="addSp delSp modSp mod">
        <pc:chgData name="Hasan Jamal" userId="6724a5da2ffd1b8f" providerId="LiveId" clId="{B12D006D-71A4-4955-9872-501FD606823D}" dt="2025-09-24T05:54:51.160" v="1269" actId="14100"/>
        <pc:sldMkLst>
          <pc:docMk/>
          <pc:sldMk cId="2022713327" sldId="728"/>
        </pc:sldMkLst>
      </pc:sldChg>
      <pc:sldChg chg="addSp delSp modSp mod">
        <pc:chgData name="Hasan Jamal" userId="6724a5da2ffd1b8f" providerId="LiveId" clId="{B12D006D-71A4-4955-9872-501FD606823D}" dt="2025-09-24T05:57:28.342" v="1322" actId="1037"/>
        <pc:sldMkLst>
          <pc:docMk/>
          <pc:sldMk cId="2403667856" sldId="729"/>
        </pc:sldMkLst>
      </pc:sldChg>
      <pc:sldChg chg="modSp mod">
        <pc:chgData name="Hasan Jamal" userId="6724a5da2ffd1b8f" providerId="LiveId" clId="{B12D006D-71A4-4955-9872-501FD606823D}" dt="2025-09-24T06:01:37.327" v="1364" actId="14100"/>
        <pc:sldMkLst>
          <pc:docMk/>
          <pc:sldMk cId="4156426017" sldId="730"/>
        </pc:sldMkLst>
      </pc:sldChg>
      <pc:sldChg chg="del">
        <pc:chgData name="Hasan Jamal" userId="6724a5da2ffd1b8f" providerId="LiveId" clId="{B12D006D-71A4-4955-9872-501FD606823D}" dt="2025-09-24T06:04:10.330" v="1365" actId="47"/>
        <pc:sldMkLst>
          <pc:docMk/>
          <pc:sldMk cId="298925537" sldId="731"/>
        </pc:sldMkLst>
      </pc:sldChg>
      <pc:sldChg chg="del">
        <pc:chgData name="Hasan Jamal" userId="6724a5da2ffd1b8f" providerId="LiveId" clId="{B12D006D-71A4-4955-9872-501FD606823D}" dt="2025-09-24T06:04:14.185" v="1366" actId="47"/>
        <pc:sldMkLst>
          <pc:docMk/>
          <pc:sldMk cId="1838626904" sldId="732"/>
        </pc:sldMkLst>
      </pc:sldChg>
      <pc:sldChg chg="del">
        <pc:chgData name="Hasan Jamal" userId="6724a5da2ffd1b8f" providerId="LiveId" clId="{B12D006D-71A4-4955-9872-501FD606823D}" dt="2025-09-24T06:04:14.185" v="1366" actId="47"/>
        <pc:sldMkLst>
          <pc:docMk/>
          <pc:sldMk cId="141319258" sldId="733"/>
        </pc:sldMkLst>
      </pc:sldChg>
      <pc:sldChg chg="del">
        <pc:chgData name="Hasan Jamal" userId="6724a5da2ffd1b8f" providerId="LiveId" clId="{B12D006D-71A4-4955-9872-501FD606823D}" dt="2025-09-24T06:04:14.185" v="1366" actId="47"/>
        <pc:sldMkLst>
          <pc:docMk/>
          <pc:sldMk cId="1701820100" sldId="734"/>
        </pc:sldMkLst>
      </pc:sldChg>
      <pc:sldChg chg="del">
        <pc:chgData name="Hasan Jamal" userId="6724a5da2ffd1b8f" providerId="LiveId" clId="{B12D006D-71A4-4955-9872-501FD606823D}" dt="2025-09-24T06:04:14.185" v="1366" actId="47"/>
        <pc:sldMkLst>
          <pc:docMk/>
          <pc:sldMk cId="1272638820" sldId="735"/>
        </pc:sldMkLst>
      </pc:sldChg>
      <pc:sldChg chg="del">
        <pc:chgData name="Hasan Jamal" userId="6724a5da2ffd1b8f" providerId="LiveId" clId="{B12D006D-71A4-4955-9872-501FD606823D}" dt="2025-09-24T06:04:14.185" v="1366" actId="47"/>
        <pc:sldMkLst>
          <pc:docMk/>
          <pc:sldMk cId="3275626731" sldId="736"/>
        </pc:sldMkLst>
      </pc:sldChg>
      <pc:sldChg chg="del">
        <pc:chgData name="Hasan Jamal" userId="6724a5da2ffd1b8f" providerId="LiveId" clId="{B12D006D-71A4-4955-9872-501FD606823D}" dt="2025-09-24T06:04:14.185" v="1366" actId="47"/>
        <pc:sldMkLst>
          <pc:docMk/>
          <pc:sldMk cId="1963922721" sldId="737"/>
        </pc:sldMkLst>
      </pc:sldChg>
      <pc:sldChg chg="del">
        <pc:chgData name="Hasan Jamal" userId="6724a5da2ffd1b8f" providerId="LiveId" clId="{B12D006D-71A4-4955-9872-501FD606823D}" dt="2025-09-24T06:04:14.185" v="1366" actId="47"/>
        <pc:sldMkLst>
          <pc:docMk/>
          <pc:sldMk cId="1392199318" sldId="738"/>
        </pc:sldMkLst>
      </pc:sldChg>
      <pc:sldChg chg="del">
        <pc:chgData name="Hasan Jamal" userId="6724a5da2ffd1b8f" providerId="LiveId" clId="{B12D006D-71A4-4955-9872-501FD606823D}" dt="2025-09-24T06:04:14.185" v="1366" actId="47"/>
        <pc:sldMkLst>
          <pc:docMk/>
          <pc:sldMk cId="949203051" sldId="739"/>
        </pc:sldMkLst>
      </pc:sldChg>
      <pc:sldChg chg="del">
        <pc:chgData name="Hasan Jamal" userId="6724a5da2ffd1b8f" providerId="LiveId" clId="{B12D006D-71A4-4955-9872-501FD606823D}" dt="2025-09-24T06:04:14.185" v="1366" actId="47"/>
        <pc:sldMkLst>
          <pc:docMk/>
          <pc:sldMk cId="2231236296" sldId="740"/>
        </pc:sldMkLst>
      </pc:sldChg>
      <pc:sldChg chg="del">
        <pc:chgData name="Hasan Jamal" userId="6724a5da2ffd1b8f" providerId="LiveId" clId="{B12D006D-71A4-4955-9872-501FD606823D}" dt="2025-09-24T06:04:14.185" v="1366" actId="47"/>
        <pc:sldMkLst>
          <pc:docMk/>
          <pc:sldMk cId="1661988425" sldId="741"/>
        </pc:sldMkLst>
      </pc:sldChg>
      <pc:sldChg chg="addSp delSp modSp add mod ord">
        <pc:chgData name="Hasan Jamal" userId="6724a5da2ffd1b8f" providerId="LiveId" clId="{B12D006D-71A4-4955-9872-501FD606823D}" dt="2025-10-01T05:08:56.095" v="1460"/>
        <pc:sldMkLst>
          <pc:docMk/>
          <pc:sldMk cId="1656811738" sldId="742"/>
        </pc:sldMkLst>
      </pc:sldChg>
      <pc:sldChg chg="modSp add mod ord">
        <pc:chgData name="Hasan Jamal" userId="6724a5da2ffd1b8f" providerId="LiveId" clId="{B12D006D-71A4-4955-9872-501FD606823D}" dt="2025-09-24T06:10:35.491" v="1398"/>
        <pc:sldMkLst>
          <pc:docMk/>
          <pc:sldMk cId="3730380510" sldId="743"/>
        </pc:sldMkLst>
      </pc:sldChg>
      <pc:sldChg chg="modSp add mod">
        <pc:chgData name="Hasan Jamal" userId="6724a5da2ffd1b8f" providerId="LiveId" clId="{B12D006D-71A4-4955-9872-501FD606823D}" dt="2025-09-24T06:07:51.317" v="1394" actId="20577"/>
        <pc:sldMkLst>
          <pc:docMk/>
          <pc:sldMk cId="2066635433" sldId="744"/>
        </pc:sldMkLst>
      </pc:sldChg>
      <pc:sldChg chg="add">
        <pc:chgData name="Hasan Jamal" userId="6724a5da2ffd1b8f" providerId="LiveId" clId="{B12D006D-71A4-4955-9872-501FD606823D}" dt="2025-10-01T05:14:10.276" v="1535" actId="2890"/>
        <pc:sldMkLst>
          <pc:docMk/>
          <pc:sldMk cId="745335442" sldId="745"/>
        </pc:sldMkLst>
      </pc:sldChg>
      <pc:sldChg chg="modSp add del mod">
        <pc:chgData name="Hasan Jamal" userId="6724a5da2ffd1b8f" providerId="LiveId" clId="{B12D006D-71A4-4955-9872-501FD606823D}" dt="2025-10-01T05:12:33.498" v="1532" actId="47"/>
        <pc:sldMkLst>
          <pc:docMk/>
          <pc:sldMk cId="770592371" sldId="745"/>
        </pc:sldMkLst>
      </pc:sldChg>
      <pc:sldChg chg="add del">
        <pc:chgData name="Hasan Jamal" userId="6724a5da2ffd1b8f" providerId="LiveId" clId="{B12D006D-71A4-4955-9872-501FD606823D}" dt="2025-10-01T05:14:06.982" v="1534" actId="2890"/>
        <pc:sldMkLst>
          <pc:docMk/>
          <pc:sldMk cId="1452678028" sldId="745"/>
        </pc:sldMkLst>
      </pc:sldChg>
      <pc:sldChg chg="modSp add mod">
        <pc:chgData name="Hasan Jamal" userId="6724a5da2ffd1b8f" providerId="LiveId" clId="{B12D006D-71A4-4955-9872-501FD606823D}" dt="2025-10-01T05:16:14.148" v="1701" actId="20577"/>
        <pc:sldMkLst>
          <pc:docMk/>
          <pc:sldMk cId="2481918081" sldId="746"/>
        </pc:sldMkLst>
        <pc:spChg chg="mod">
          <ac:chgData name="Hasan Jamal" userId="6724a5da2ffd1b8f" providerId="LiveId" clId="{B12D006D-71A4-4955-9872-501FD606823D}" dt="2025-10-01T05:16:14.148" v="1701" actId="20577"/>
          <ac:spMkLst>
            <pc:docMk/>
            <pc:sldMk cId="2481918081" sldId="746"/>
            <ac:spMk id="12" creationId="{59A882A4-1859-D6BF-9D1C-E4179D92FBC2}"/>
          </ac:spMkLst>
        </pc:spChg>
        <pc:spChg chg="mod">
          <ac:chgData name="Hasan Jamal" userId="6724a5da2ffd1b8f" providerId="LiveId" clId="{B12D006D-71A4-4955-9872-501FD606823D}" dt="2025-10-01T05:15:26.913" v="1679" actId="20577"/>
          <ac:spMkLst>
            <pc:docMk/>
            <pc:sldMk cId="2481918081" sldId="746"/>
            <ac:spMk id="3074" creationId="{6718655B-256E-C091-2AB2-1AFBA476E14C}"/>
          </ac:spMkLst>
        </pc:spChg>
      </pc:sldChg>
      <pc:sldChg chg="modSp add mod">
        <pc:chgData name="Hasan Jamal" userId="6724a5da2ffd1b8f" providerId="LiveId" clId="{B12D006D-71A4-4955-9872-501FD606823D}" dt="2025-10-01T05:17:18.313" v="1730" actId="20577"/>
        <pc:sldMkLst>
          <pc:docMk/>
          <pc:sldMk cId="18110577" sldId="747"/>
        </pc:sldMkLst>
        <pc:spChg chg="mod">
          <ac:chgData name="Hasan Jamal" userId="6724a5da2ffd1b8f" providerId="LiveId" clId="{B12D006D-71A4-4955-9872-501FD606823D}" dt="2025-10-01T05:17:18.313" v="1730" actId="20577"/>
          <ac:spMkLst>
            <pc:docMk/>
            <pc:sldMk cId="18110577" sldId="747"/>
            <ac:spMk id="12" creationId="{60F83AFE-7A9B-B7AF-F547-802BD7D8D6D5}"/>
          </ac:spMkLst>
        </pc:spChg>
        <pc:spChg chg="mod">
          <ac:chgData name="Hasan Jamal" userId="6724a5da2ffd1b8f" providerId="LiveId" clId="{B12D006D-71A4-4955-9872-501FD606823D}" dt="2025-10-01T05:16:46.326" v="1709" actId="20577"/>
          <ac:spMkLst>
            <pc:docMk/>
            <pc:sldMk cId="18110577" sldId="747"/>
            <ac:spMk id="3074" creationId="{CF1C4D21-504A-6DC6-9FF4-B91C606BB5DE}"/>
          </ac:spMkLst>
        </pc:spChg>
      </pc:sldChg>
      <pc:sldChg chg="modSp add mod">
        <pc:chgData name="Hasan Jamal" userId="6724a5da2ffd1b8f" providerId="LiveId" clId="{B12D006D-71A4-4955-9872-501FD606823D}" dt="2025-10-01T05:18:45.818" v="1766" actId="14100"/>
        <pc:sldMkLst>
          <pc:docMk/>
          <pc:sldMk cId="3751633722" sldId="748"/>
        </pc:sldMkLst>
        <pc:spChg chg="mod">
          <ac:chgData name="Hasan Jamal" userId="6724a5da2ffd1b8f" providerId="LiveId" clId="{B12D006D-71A4-4955-9872-501FD606823D}" dt="2025-10-01T05:18:45.818" v="1766" actId="14100"/>
          <ac:spMkLst>
            <pc:docMk/>
            <pc:sldMk cId="3751633722" sldId="748"/>
            <ac:spMk id="12" creationId="{97F98045-8C2C-4B47-CEBC-363392663061}"/>
          </ac:spMkLst>
        </pc:spChg>
        <pc:spChg chg="mod">
          <ac:chgData name="Hasan Jamal" userId="6724a5da2ffd1b8f" providerId="LiveId" clId="{B12D006D-71A4-4955-9872-501FD606823D}" dt="2025-10-01T05:17:55.750" v="1740" actId="20577"/>
          <ac:spMkLst>
            <pc:docMk/>
            <pc:sldMk cId="3751633722" sldId="748"/>
            <ac:spMk id="3074" creationId="{1E424285-1404-36DB-FFE4-583DC6F13E60}"/>
          </ac:spMkLst>
        </pc:spChg>
      </pc:sldChg>
      <pc:sldChg chg="modSp add mod">
        <pc:chgData name="Hasan Jamal" userId="6724a5da2ffd1b8f" providerId="LiveId" clId="{B12D006D-71A4-4955-9872-501FD606823D}" dt="2025-10-01T05:20:04.880" v="1805" actId="20577"/>
        <pc:sldMkLst>
          <pc:docMk/>
          <pc:sldMk cId="2075412738" sldId="749"/>
        </pc:sldMkLst>
        <pc:spChg chg="mod">
          <ac:chgData name="Hasan Jamal" userId="6724a5da2ffd1b8f" providerId="LiveId" clId="{B12D006D-71A4-4955-9872-501FD606823D}" dt="2025-10-01T05:20:04.880" v="1805" actId="20577"/>
          <ac:spMkLst>
            <pc:docMk/>
            <pc:sldMk cId="2075412738" sldId="749"/>
            <ac:spMk id="12" creationId="{993C9CDE-7C74-B20D-480A-2CA7AC749FFC}"/>
          </ac:spMkLst>
        </pc:spChg>
        <pc:spChg chg="mod">
          <ac:chgData name="Hasan Jamal" userId="6724a5da2ffd1b8f" providerId="LiveId" clId="{B12D006D-71A4-4955-9872-501FD606823D}" dt="2025-10-01T05:18:59.584" v="1774" actId="20577"/>
          <ac:spMkLst>
            <pc:docMk/>
            <pc:sldMk cId="2075412738" sldId="749"/>
            <ac:spMk id="3074" creationId="{6DAAB753-8D6A-AB7D-82EA-B659D7A33854}"/>
          </ac:spMkLst>
        </pc:spChg>
      </pc:sldChg>
      <pc:sldChg chg="modSp add mod">
        <pc:chgData name="Hasan Jamal" userId="6724a5da2ffd1b8f" providerId="LiveId" clId="{B12D006D-71A4-4955-9872-501FD606823D}" dt="2025-10-01T05:20:47.290" v="1835" actId="313"/>
        <pc:sldMkLst>
          <pc:docMk/>
          <pc:sldMk cId="4067219325" sldId="750"/>
        </pc:sldMkLst>
        <pc:spChg chg="mod">
          <ac:chgData name="Hasan Jamal" userId="6724a5da2ffd1b8f" providerId="LiveId" clId="{B12D006D-71A4-4955-9872-501FD606823D}" dt="2025-10-01T05:20:47.290" v="1835" actId="313"/>
          <ac:spMkLst>
            <pc:docMk/>
            <pc:sldMk cId="4067219325" sldId="750"/>
            <ac:spMk id="12" creationId="{857C850F-88C3-2C65-40C7-2C638BAA4926}"/>
          </ac:spMkLst>
        </pc:spChg>
        <pc:spChg chg="mod">
          <ac:chgData name="Hasan Jamal" userId="6724a5da2ffd1b8f" providerId="LiveId" clId="{B12D006D-71A4-4955-9872-501FD606823D}" dt="2025-10-01T05:20:10.071" v="1811" actId="20577"/>
          <ac:spMkLst>
            <pc:docMk/>
            <pc:sldMk cId="4067219325" sldId="750"/>
            <ac:spMk id="3074" creationId="{CB78A016-2770-E932-2704-F4FB9572B23B}"/>
          </ac:spMkLst>
        </pc:spChg>
      </pc:sldChg>
      <pc:sldChg chg="modSp add mod">
        <pc:chgData name="Hasan Jamal" userId="6724a5da2ffd1b8f" providerId="LiveId" clId="{B12D006D-71A4-4955-9872-501FD606823D}" dt="2025-10-01T05:21:55.151" v="1862" actId="20577"/>
        <pc:sldMkLst>
          <pc:docMk/>
          <pc:sldMk cId="3422563104" sldId="751"/>
        </pc:sldMkLst>
        <pc:spChg chg="mod">
          <ac:chgData name="Hasan Jamal" userId="6724a5da2ffd1b8f" providerId="LiveId" clId="{B12D006D-71A4-4955-9872-501FD606823D}" dt="2025-10-01T05:21:55.151" v="1862" actId="20577"/>
          <ac:spMkLst>
            <pc:docMk/>
            <pc:sldMk cId="3422563104" sldId="751"/>
            <ac:spMk id="12" creationId="{D193BE35-96D4-96EA-56AB-A7F350462F0A}"/>
          </ac:spMkLst>
        </pc:spChg>
        <pc:spChg chg="mod">
          <ac:chgData name="Hasan Jamal" userId="6724a5da2ffd1b8f" providerId="LiveId" clId="{B12D006D-71A4-4955-9872-501FD606823D}" dt="2025-10-01T05:20:59.574" v="1840" actId="20577"/>
          <ac:spMkLst>
            <pc:docMk/>
            <pc:sldMk cId="3422563104" sldId="751"/>
            <ac:spMk id="3074" creationId="{EB925E7C-2443-4F44-72CC-E517DADC1100}"/>
          </ac:spMkLst>
        </pc:spChg>
      </pc:sldChg>
      <pc:sldChg chg="modSp add mod">
        <pc:chgData name="Hasan Jamal" userId="6724a5da2ffd1b8f" providerId="LiveId" clId="{B12D006D-71A4-4955-9872-501FD606823D}" dt="2025-10-01T05:25:12.168" v="1929" actId="20577"/>
        <pc:sldMkLst>
          <pc:docMk/>
          <pc:sldMk cId="2936170299" sldId="752"/>
        </pc:sldMkLst>
        <pc:spChg chg="mod">
          <ac:chgData name="Hasan Jamal" userId="6724a5da2ffd1b8f" providerId="LiveId" clId="{B12D006D-71A4-4955-9872-501FD606823D}" dt="2025-10-01T05:25:12.168" v="1929" actId="20577"/>
          <ac:spMkLst>
            <pc:docMk/>
            <pc:sldMk cId="2936170299" sldId="752"/>
            <ac:spMk id="12" creationId="{9DB02581-9936-D1AE-BA49-408A91E1D78D}"/>
          </ac:spMkLst>
        </pc:spChg>
        <pc:spChg chg="mod">
          <ac:chgData name="Hasan Jamal" userId="6724a5da2ffd1b8f" providerId="LiveId" clId="{B12D006D-71A4-4955-9872-501FD606823D}" dt="2025-10-01T05:23:37.915" v="1885" actId="20577"/>
          <ac:spMkLst>
            <pc:docMk/>
            <pc:sldMk cId="2936170299" sldId="752"/>
            <ac:spMk id="3074" creationId="{A4D2F959-A875-C1FD-0FC7-C6269C25A7A8}"/>
          </ac:spMkLst>
        </pc:spChg>
      </pc:sldChg>
      <pc:sldChg chg="modSp add mod">
        <pc:chgData name="Hasan Jamal" userId="6724a5da2ffd1b8f" providerId="LiveId" clId="{B12D006D-71A4-4955-9872-501FD606823D}" dt="2025-10-01T05:26:15.649" v="1949" actId="20577"/>
        <pc:sldMkLst>
          <pc:docMk/>
          <pc:sldMk cId="1496571639" sldId="753"/>
        </pc:sldMkLst>
        <pc:spChg chg="mod">
          <ac:chgData name="Hasan Jamal" userId="6724a5da2ffd1b8f" providerId="LiveId" clId="{B12D006D-71A4-4955-9872-501FD606823D}" dt="2025-10-01T05:26:15.649" v="1949" actId="20577"/>
          <ac:spMkLst>
            <pc:docMk/>
            <pc:sldMk cId="1496571639" sldId="753"/>
            <ac:spMk id="12" creationId="{6D1A7A3E-B295-7A55-FD3E-BEC1A3C3304E}"/>
          </ac:spMkLst>
        </pc:spChg>
      </pc:sldChg>
      <pc:sldChg chg="modSp add mod">
        <pc:chgData name="Hasan Jamal" userId="6724a5da2ffd1b8f" providerId="LiveId" clId="{B12D006D-71A4-4955-9872-501FD606823D}" dt="2025-10-01T05:32:29.781" v="2048" actId="20577"/>
        <pc:sldMkLst>
          <pc:docMk/>
          <pc:sldMk cId="3292865058" sldId="754"/>
        </pc:sldMkLst>
        <pc:spChg chg="mod">
          <ac:chgData name="Hasan Jamal" userId="6724a5da2ffd1b8f" providerId="LiveId" clId="{B12D006D-71A4-4955-9872-501FD606823D}" dt="2025-10-01T05:32:29.781" v="2048" actId="20577"/>
          <ac:spMkLst>
            <pc:docMk/>
            <pc:sldMk cId="3292865058" sldId="754"/>
            <ac:spMk id="12" creationId="{A1D8DA48-0EB3-833B-9EA3-7CE68813719E}"/>
          </ac:spMkLst>
        </pc:spChg>
      </pc:sldChg>
      <pc:sldChg chg="modSp add mod">
        <pc:chgData name="Hasan Jamal" userId="6724a5da2ffd1b8f" providerId="LiveId" clId="{B12D006D-71A4-4955-9872-501FD606823D}" dt="2025-10-01T05:34:17.155" v="2080" actId="20577"/>
        <pc:sldMkLst>
          <pc:docMk/>
          <pc:sldMk cId="26675422" sldId="755"/>
        </pc:sldMkLst>
        <pc:spChg chg="mod">
          <ac:chgData name="Hasan Jamal" userId="6724a5da2ffd1b8f" providerId="LiveId" clId="{B12D006D-71A4-4955-9872-501FD606823D}" dt="2025-10-01T05:34:17.155" v="2080" actId="20577"/>
          <ac:spMkLst>
            <pc:docMk/>
            <pc:sldMk cId="26675422" sldId="755"/>
            <ac:spMk id="12" creationId="{9F48251C-458B-DCF0-5558-19AA1AB9678E}"/>
          </ac:spMkLst>
        </pc:spChg>
      </pc:sldChg>
      <pc:sldChg chg="modSp add mod">
        <pc:chgData name="Hasan Jamal" userId="6724a5da2ffd1b8f" providerId="LiveId" clId="{B12D006D-71A4-4955-9872-501FD606823D}" dt="2025-10-01T05:37:56.098" v="2129" actId="15"/>
        <pc:sldMkLst>
          <pc:docMk/>
          <pc:sldMk cId="2265883133" sldId="756"/>
        </pc:sldMkLst>
        <pc:spChg chg="mod">
          <ac:chgData name="Hasan Jamal" userId="6724a5da2ffd1b8f" providerId="LiveId" clId="{B12D006D-71A4-4955-9872-501FD606823D}" dt="2025-10-01T05:37:56.098" v="2129" actId="15"/>
          <ac:spMkLst>
            <pc:docMk/>
            <pc:sldMk cId="2265883133" sldId="756"/>
            <ac:spMk id="12" creationId="{0268BD77-C252-C649-060C-78E3B5203E74}"/>
          </ac:spMkLst>
        </pc:spChg>
        <pc:spChg chg="mod">
          <ac:chgData name="Hasan Jamal" userId="6724a5da2ffd1b8f" providerId="LiveId" clId="{B12D006D-71A4-4955-9872-501FD606823D}" dt="2025-10-01T05:37:18.124" v="2112" actId="20577"/>
          <ac:spMkLst>
            <pc:docMk/>
            <pc:sldMk cId="2265883133" sldId="756"/>
            <ac:spMk id="3074" creationId="{DC81377F-D786-78D3-6923-560200398E5D}"/>
          </ac:spMkLst>
        </pc:spChg>
      </pc:sldChg>
      <pc:sldChg chg="modSp add mod">
        <pc:chgData name="Hasan Jamal" userId="6724a5da2ffd1b8f" providerId="LiveId" clId="{B12D006D-71A4-4955-9872-501FD606823D}" dt="2025-10-01T05:42:54.374" v="2194" actId="20577"/>
        <pc:sldMkLst>
          <pc:docMk/>
          <pc:sldMk cId="2800329380" sldId="757"/>
        </pc:sldMkLst>
        <pc:spChg chg="mod">
          <ac:chgData name="Hasan Jamal" userId="6724a5da2ffd1b8f" providerId="LiveId" clId="{B12D006D-71A4-4955-9872-501FD606823D}" dt="2025-10-01T05:42:54.374" v="2194" actId="20577"/>
          <ac:spMkLst>
            <pc:docMk/>
            <pc:sldMk cId="2800329380" sldId="757"/>
            <ac:spMk id="12" creationId="{0D3974AF-2A5A-0395-6D5C-9B3CEC6658F6}"/>
          </ac:spMkLst>
        </pc:spChg>
        <pc:spChg chg="mod">
          <ac:chgData name="Hasan Jamal" userId="6724a5da2ffd1b8f" providerId="LiveId" clId="{B12D006D-71A4-4955-9872-501FD606823D}" dt="2025-10-01T05:42:20.377" v="2170" actId="20577"/>
          <ac:spMkLst>
            <pc:docMk/>
            <pc:sldMk cId="2800329380" sldId="757"/>
            <ac:spMk id="3074" creationId="{B94CAC0F-D237-8B79-FC0E-8FD5AB028B5E}"/>
          </ac:spMkLst>
        </pc:spChg>
      </pc:sldChg>
      <pc:sldChg chg="modSp add mod">
        <pc:chgData name="Hasan Jamal" userId="6724a5da2ffd1b8f" providerId="LiveId" clId="{B12D006D-71A4-4955-9872-501FD606823D}" dt="2025-10-01T05:44:14.595" v="2263" actId="20577"/>
        <pc:sldMkLst>
          <pc:docMk/>
          <pc:sldMk cId="1703395104" sldId="758"/>
        </pc:sldMkLst>
        <pc:spChg chg="mod">
          <ac:chgData name="Hasan Jamal" userId="6724a5da2ffd1b8f" providerId="LiveId" clId="{B12D006D-71A4-4955-9872-501FD606823D}" dt="2025-10-01T05:44:14.595" v="2263" actId="20577"/>
          <ac:spMkLst>
            <pc:docMk/>
            <pc:sldMk cId="1703395104" sldId="758"/>
            <ac:spMk id="12" creationId="{2D4432A6-9455-31AE-2B96-9854AB0A2448}"/>
          </ac:spMkLst>
        </pc:spChg>
        <pc:spChg chg="mod">
          <ac:chgData name="Hasan Jamal" userId="6724a5da2ffd1b8f" providerId="LiveId" clId="{B12D006D-71A4-4955-9872-501FD606823D}" dt="2025-10-01T05:43:27.172" v="2233" actId="20577"/>
          <ac:spMkLst>
            <pc:docMk/>
            <pc:sldMk cId="1703395104" sldId="758"/>
            <ac:spMk id="3074" creationId="{29360C94-3487-6EEE-9053-4174E1696534}"/>
          </ac:spMkLst>
        </pc:spChg>
      </pc:sldChg>
      <pc:sldChg chg="modSp add mod">
        <pc:chgData name="Hasan Jamal" userId="6724a5da2ffd1b8f" providerId="LiveId" clId="{B12D006D-71A4-4955-9872-501FD606823D}" dt="2025-10-01T05:48:33.282" v="2321" actId="113"/>
        <pc:sldMkLst>
          <pc:docMk/>
          <pc:sldMk cId="1540530909" sldId="759"/>
        </pc:sldMkLst>
        <pc:spChg chg="mod">
          <ac:chgData name="Hasan Jamal" userId="6724a5da2ffd1b8f" providerId="LiveId" clId="{B12D006D-71A4-4955-9872-501FD606823D}" dt="2025-10-01T05:48:33.282" v="2321" actId="113"/>
          <ac:spMkLst>
            <pc:docMk/>
            <pc:sldMk cId="1540530909" sldId="759"/>
            <ac:spMk id="12" creationId="{E738A7CC-BF75-4570-D4AE-DE48517EB101}"/>
          </ac:spMkLst>
        </pc:spChg>
        <pc:spChg chg="mod">
          <ac:chgData name="Hasan Jamal" userId="6724a5da2ffd1b8f" providerId="LiveId" clId="{B12D006D-71A4-4955-9872-501FD606823D}" dt="2025-10-01T05:47:56.871" v="2282" actId="20577"/>
          <ac:spMkLst>
            <pc:docMk/>
            <pc:sldMk cId="1540530909" sldId="759"/>
            <ac:spMk id="3074" creationId="{6F97A318-DBDD-1F1D-CFB4-F8A98452483C}"/>
          </ac:spMkLst>
        </pc:spChg>
      </pc:sldChg>
      <pc:sldChg chg="modSp add mod">
        <pc:chgData name="Hasan Jamal" userId="6724a5da2ffd1b8f" providerId="LiveId" clId="{B12D006D-71A4-4955-9872-501FD606823D}" dt="2025-10-01T05:52:11.730" v="2352" actId="20577"/>
        <pc:sldMkLst>
          <pc:docMk/>
          <pc:sldMk cId="3444461860" sldId="760"/>
        </pc:sldMkLst>
        <pc:spChg chg="mod">
          <ac:chgData name="Hasan Jamal" userId="6724a5da2ffd1b8f" providerId="LiveId" clId="{B12D006D-71A4-4955-9872-501FD606823D}" dt="2025-10-01T05:52:11.730" v="2352" actId="20577"/>
          <ac:spMkLst>
            <pc:docMk/>
            <pc:sldMk cId="3444461860" sldId="760"/>
            <ac:spMk id="12" creationId="{3C59C70F-07E3-1C35-8335-19024B4D8E46}"/>
          </ac:spMkLst>
        </pc:spChg>
        <pc:spChg chg="mod">
          <ac:chgData name="Hasan Jamal" userId="6724a5da2ffd1b8f" providerId="LiveId" clId="{B12D006D-71A4-4955-9872-501FD606823D}" dt="2025-10-01T05:49:53.435" v="2332" actId="20577"/>
          <ac:spMkLst>
            <pc:docMk/>
            <pc:sldMk cId="3444461860" sldId="760"/>
            <ac:spMk id="3074" creationId="{14D6C5F9-1B9E-ABBF-E852-01AD9F1B72A8}"/>
          </ac:spMkLst>
        </pc:spChg>
      </pc:sldChg>
      <pc:sldChg chg="modSp add mod">
        <pc:chgData name="Hasan Jamal" userId="6724a5da2ffd1b8f" providerId="LiveId" clId="{B12D006D-71A4-4955-9872-501FD606823D}" dt="2025-10-01T05:53:22.093" v="2395" actId="113"/>
        <pc:sldMkLst>
          <pc:docMk/>
          <pc:sldMk cId="1491108588" sldId="761"/>
        </pc:sldMkLst>
        <pc:spChg chg="mod">
          <ac:chgData name="Hasan Jamal" userId="6724a5da2ffd1b8f" providerId="LiveId" clId="{B12D006D-71A4-4955-9872-501FD606823D}" dt="2025-10-01T05:53:22.093" v="2395" actId="113"/>
          <ac:spMkLst>
            <pc:docMk/>
            <pc:sldMk cId="1491108588" sldId="761"/>
            <ac:spMk id="12" creationId="{F1546E47-247A-15B9-A8D7-29AE510C8F8F}"/>
          </ac:spMkLst>
        </pc:spChg>
        <pc:spChg chg="mod">
          <ac:chgData name="Hasan Jamal" userId="6724a5da2ffd1b8f" providerId="LiveId" clId="{B12D006D-71A4-4955-9872-501FD606823D}" dt="2025-10-01T05:52:37.809" v="2364" actId="20577"/>
          <ac:spMkLst>
            <pc:docMk/>
            <pc:sldMk cId="1491108588" sldId="761"/>
            <ac:spMk id="3074" creationId="{E541C63C-19FF-8F88-31BA-F40BA2122C91}"/>
          </ac:spMkLst>
        </pc:spChg>
      </pc:sldChg>
      <pc:sldChg chg="modSp add mod">
        <pc:chgData name="Hasan Jamal" userId="6724a5da2ffd1b8f" providerId="LiveId" clId="{B12D006D-71A4-4955-9872-501FD606823D}" dt="2025-10-31T08:11:05.615" v="2604" actId="14100"/>
        <pc:sldMkLst>
          <pc:docMk/>
          <pc:sldMk cId="2837102508" sldId="762"/>
        </pc:sldMkLst>
        <pc:spChg chg="mod">
          <ac:chgData name="Hasan Jamal" userId="6724a5da2ffd1b8f" providerId="LiveId" clId="{B12D006D-71A4-4955-9872-501FD606823D}" dt="2025-10-31T08:11:05.615" v="2604" actId="14100"/>
          <ac:spMkLst>
            <pc:docMk/>
            <pc:sldMk cId="2837102508" sldId="762"/>
            <ac:spMk id="12" creationId="{C2045855-AA3A-8795-6E51-CC45ACA9C1DE}"/>
          </ac:spMkLst>
        </pc:spChg>
        <pc:spChg chg="mod">
          <ac:chgData name="Hasan Jamal" userId="6724a5da2ffd1b8f" providerId="LiveId" clId="{B12D006D-71A4-4955-9872-501FD606823D}" dt="2025-10-31T08:05:21.146" v="2480" actId="20577"/>
          <ac:spMkLst>
            <pc:docMk/>
            <pc:sldMk cId="2837102508" sldId="762"/>
            <ac:spMk id="3074" creationId="{994388D6-43DA-46DD-1409-A485674588F0}"/>
          </ac:spMkLst>
        </pc:spChg>
      </pc:sldChg>
      <pc:sldChg chg="modSp add mod">
        <pc:chgData name="Hasan Jamal" userId="6724a5da2ffd1b8f" providerId="LiveId" clId="{B12D006D-71A4-4955-9872-501FD606823D}" dt="2025-10-31T08:16:03.156" v="2608" actId="14"/>
        <pc:sldMkLst>
          <pc:docMk/>
          <pc:sldMk cId="360237512" sldId="763"/>
        </pc:sldMkLst>
        <pc:spChg chg="mod">
          <ac:chgData name="Hasan Jamal" userId="6724a5da2ffd1b8f" providerId="LiveId" clId="{B12D006D-71A4-4955-9872-501FD606823D}" dt="2025-10-31T08:16:03.156" v="2608" actId="14"/>
          <ac:spMkLst>
            <pc:docMk/>
            <pc:sldMk cId="360237512" sldId="763"/>
            <ac:spMk id="12" creationId="{D2BFFCDF-3CE1-EE46-468F-49BCE261365B}"/>
          </ac:spMkLst>
        </pc:spChg>
      </pc:sldChg>
      <pc:sldChg chg="modSp add mod">
        <pc:chgData name="Hasan Jamal" userId="6724a5da2ffd1b8f" providerId="LiveId" clId="{B12D006D-71A4-4955-9872-501FD606823D}" dt="2025-10-31T08:20:27.924" v="2683" actId="20577"/>
        <pc:sldMkLst>
          <pc:docMk/>
          <pc:sldMk cId="932070863" sldId="764"/>
        </pc:sldMkLst>
        <pc:spChg chg="mod">
          <ac:chgData name="Hasan Jamal" userId="6724a5da2ffd1b8f" providerId="LiveId" clId="{B12D006D-71A4-4955-9872-501FD606823D}" dt="2025-10-31T08:20:27.924" v="2683" actId="20577"/>
          <ac:spMkLst>
            <pc:docMk/>
            <pc:sldMk cId="932070863" sldId="764"/>
            <ac:spMk id="12" creationId="{1307F447-A10E-935F-74E8-FB45DA4F7890}"/>
          </ac:spMkLst>
        </pc:spChg>
      </pc:sldChg>
      <pc:sldChg chg="addSp delSp modSp add mod">
        <pc:chgData name="Hasan Jamal" userId="6724a5da2ffd1b8f" providerId="LiveId" clId="{B12D006D-71A4-4955-9872-501FD606823D}" dt="2025-10-31T08:23:25.773" v="2700" actId="1036"/>
        <pc:sldMkLst>
          <pc:docMk/>
          <pc:sldMk cId="1221160899" sldId="765"/>
        </pc:sldMkLst>
        <pc:spChg chg="mod ord">
          <ac:chgData name="Hasan Jamal" userId="6724a5da2ffd1b8f" providerId="LiveId" clId="{B12D006D-71A4-4955-9872-501FD606823D}" dt="2025-10-31T08:22:47.828" v="2689" actId="26606"/>
          <ac:spMkLst>
            <pc:docMk/>
            <pc:sldMk cId="1221160899" sldId="765"/>
            <ac:spMk id="3" creationId="{7D6DDEA0-0D33-DBCE-019C-20267AF10AAA}"/>
          </ac:spMkLst>
        </pc:spChg>
        <pc:spChg chg="del">
          <ac:chgData name="Hasan Jamal" userId="6724a5da2ffd1b8f" providerId="LiveId" clId="{B12D006D-71A4-4955-9872-501FD606823D}" dt="2025-10-31T08:22:41.921" v="2685" actId="478"/>
          <ac:spMkLst>
            <pc:docMk/>
            <pc:sldMk cId="1221160899" sldId="765"/>
            <ac:spMk id="12" creationId="{985D6C4B-C933-6C15-EC4C-0913A45D10E7}"/>
          </ac:spMkLst>
        </pc:spChg>
        <pc:spChg chg="mod">
          <ac:chgData name="Hasan Jamal" userId="6724a5da2ffd1b8f" providerId="LiveId" clId="{B12D006D-71A4-4955-9872-501FD606823D}" dt="2025-10-31T08:22:47.828" v="2689" actId="26606"/>
          <ac:spMkLst>
            <pc:docMk/>
            <pc:sldMk cId="1221160899" sldId="765"/>
            <ac:spMk id="3074" creationId="{173C11B2-F18B-4359-8CBC-5DAB2474E190}"/>
          </ac:spMkLst>
        </pc:spChg>
        <pc:spChg chg="add del">
          <ac:chgData name="Hasan Jamal" userId="6724a5da2ffd1b8f" providerId="LiveId" clId="{B12D006D-71A4-4955-9872-501FD606823D}" dt="2025-10-31T08:22:47.828" v="2689" actId="26606"/>
          <ac:spMkLst>
            <pc:docMk/>
            <pc:sldMk cId="1221160899" sldId="765"/>
            <ac:spMk id="3079" creationId="{14DA664F-5FB7-9289-1A95-85AD74C16D3B}"/>
          </ac:spMkLst>
        </pc:spChg>
        <pc:picChg chg="add mod modCrop">
          <ac:chgData name="Hasan Jamal" userId="6724a5da2ffd1b8f" providerId="LiveId" clId="{B12D006D-71A4-4955-9872-501FD606823D}" dt="2025-10-31T08:23:25.773" v="2700" actId="1036"/>
          <ac:picMkLst>
            <pc:docMk/>
            <pc:sldMk cId="1221160899" sldId="765"/>
            <ac:picMk id="2" creationId="{08D8D386-6E79-7D6B-BE2F-907665BCF10E}"/>
          </ac:picMkLst>
        </pc:picChg>
      </pc:sldChg>
      <pc:sldChg chg="addSp delSp modSp add mod">
        <pc:chgData name="Hasan Jamal" userId="6724a5da2ffd1b8f" providerId="LiveId" clId="{B12D006D-71A4-4955-9872-501FD606823D}" dt="2025-10-31T08:38:00.669" v="2782" actId="122"/>
        <pc:sldMkLst>
          <pc:docMk/>
          <pc:sldMk cId="734020592" sldId="766"/>
        </pc:sldMkLst>
        <pc:spChg chg="mod">
          <ac:chgData name="Hasan Jamal" userId="6724a5da2ffd1b8f" providerId="LiveId" clId="{B12D006D-71A4-4955-9872-501FD606823D}" dt="2025-10-31T08:29:19.722" v="2730" actId="20577"/>
          <ac:spMkLst>
            <pc:docMk/>
            <pc:sldMk cId="734020592" sldId="766"/>
            <ac:spMk id="3074" creationId="{B12141D3-F6BB-E584-6A6C-B9D84432E7F9}"/>
          </ac:spMkLst>
        </pc:spChg>
        <pc:graphicFrameChg chg="add mod modGraphic">
          <ac:chgData name="Hasan Jamal" userId="6724a5da2ffd1b8f" providerId="LiveId" clId="{B12D006D-71A4-4955-9872-501FD606823D}" dt="2025-10-31T08:38:00.669" v="2782" actId="122"/>
          <ac:graphicFrameMkLst>
            <pc:docMk/>
            <pc:sldMk cId="734020592" sldId="766"/>
            <ac:graphicFrameMk id="4" creationId="{4B1CFD40-790D-988E-761B-61361ACB2637}"/>
          </ac:graphicFrameMkLst>
        </pc:graphicFrameChg>
        <pc:picChg chg="del">
          <ac:chgData name="Hasan Jamal" userId="6724a5da2ffd1b8f" providerId="LiveId" clId="{B12D006D-71A4-4955-9872-501FD606823D}" dt="2025-10-31T08:28:05.809" v="2704" actId="478"/>
          <ac:picMkLst>
            <pc:docMk/>
            <pc:sldMk cId="734020592" sldId="766"/>
            <ac:picMk id="2" creationId="{D6A25672-0DC8-B1AE-8E7F-0E9BD1213E38}"/>
          </ac:picMkLst>
        </pc:picChg>
      </pc:sldChg>
      <pc:sldChg chg="add del">
        <pc:chgData name="Hasan Jamal" userId="6724a5da2ffd1b8f" providerId="LiveId" clId="{B12D006D-71A4-4955-9872-501FD606823D}" dt="2025-10-31T08:27:49.244" v="2702" actId="2890"/>
        <pc:sldMkLst>
          <pc:docMk/>
          <pc:sldMk cId="2558623572" sldId="766"/>
        </pc:sldMkLst>
      </pc:sldChg>
      <pc:sldChg chg="modSp add mod">
        <pc:chgData name="Hasan Jamal" userId="6724a5da2ffd1b8f" providerId="LiveId" clId="{B12D006D-71A4-4955-9872-501FD606823D}" dt="2025-10-31T08:38:07.532" v="2783" actId="122"/>
        <pc:sldMkLst>
          <pc:docMk/>
          <pc:sldMk cId="3061991218" sldId="767"/>
        </pc:sldMkLst>
        <pc:graphicFrameChg chg="mod modGraphic">
          <ac:chgData name="Hasan Jamal" userId="6724a5da2ffd1b8f" providerId="LiveId" clId="{B12D006D-71A4-4955-9872-501FD606823D}" dt="2025-10-31T08:38:07.532" v="2783" actId="122"/>
          <ac:graphicFrameMkLst>
            <pc:docMk/>
            <pc:sldMk cId="3061991218" sldId="767"/>
            <ac:graphicFrameMk id="4" creationId="{F712598D-9B7B-9591-1035-56F1665ACD9F}"/>
          </ac:graphicFrameMkLst>
        </pc:graphicFrameChg>
      </pc:sldChg>
      <pc:sldChg chg="modSp add mod">
        <pc:chgData name="Hasan Jamal" userId="6724a5da2ffd1b8f" providerId="LiveId" clId="{B12D006D-71A4-4955-9872-501FD606823D}" dt="2025-10-31T09:30:26.212" v="2807" actId="20577"/>
        <pc:sldMkLst>
          <pc:docMk/>
          <pc:sldMk cId="2765656136" sldId="768"/>
        </pc:sldMkLst>
        <pc:spChg chg="mod">
          <ac:chgData name="Hasan Jamal" userId="6724a5da2ffd1b8f" providerId="LiveId" clId="{B12D006D-71A4-4955-9872-501FD606823D}" dt="2025-10-31T09:30:26.212" v="2807" actId="20577"/>
          <ac:spMkLst>
            <pc:docMk/>
            <pc:sldMk cId="2765656136" sldId="768"/>
            <ac:spMk id="12" creationId="{0AEF4EC1-2427-596D-09AC-2FE46D612208}"/>
          </ac:spMkLst>
        </pc:spChg>
        <pc:spChg chg="mod">
          <ac:chgData name="Hasan Jamal" userId="6724a5da2ffd1b8f" providerId="LiveId" clId="{B12D006D-71A4-4955-9872-501FD606823D}" dt="2025-10-31T09:27:52.495" v="2785"/>
          <ac:spMkLst>
            <pc:docMk/>
            <pc:sldMk cId="2765656136" sldId="768"/>
            <ac:spMk id="3074" creationId="{7BE355D9-D599-2C3C-8F0D-FEC03EF1BD52}"/>
          </ac:spMkLst>
        </pc:spChg>
      </pc:sldChg>
      <pc:sldChg chg="modSp add mod">
        <pc:chgData name="Hasan Jamal" userId="6724a5da2ffd1b8f" providerId="LiveId" clId="{B12D006D-71A4-4955-9872-501FD606823D}" dt="2025-10-31T09:32:41.231" v="2857" actId="20577"/>
        <pc:sldMkLst>
          <pc:docMk/>
          <pc:sldMk cId="2293313821" sldId="769"/>
        </pc:sldMkLst>
        <pc:spChg chg="mod">
          <ac:chgData name="Hasan Jamal" userId="6724a5da2ffd1b8f" providerId="LiveId" clId="{B12D006D-71A4-4955-9872-501FD606823D}" dt="2025-10-31T09:32:41.231" v="2857" actId="20577"/>
          <ac:spMkLst>
            <pc:docMk/>
            <pc:sldMk cId="2293313821" sldId="769"/>
            <ac:spMk id="12" creationId="{13AB1401-2C9A-0D66-FBF2-4EE95C1A520D}"/>
          </ac:spMkLst>
        </pc:spChg>
      </pc:sldChg>
      <pc:sldChg chg="modSp add mod">
        <pc:chgData name="Hasan Jamal" userId="6724a5da2ffd1b8f" providerId="LiveId" clId="{B12D006D-71A4-4955-9872-501FD606823D}" dt="2025-10-31T09:35:06.780" v="2912" actId="20577"/>
        <pc:sldMkLst>
          <pc:docMk/>
          <pc:sldMk cId="102022237" sldId="770"/>
        </pc:sldMkLst>
        <pc:spChg chg="mod">
          <ac:chgData name="Hasan Jamal" userId="6724a5da2ffd1b8f" providerId="LiveId" clId="{B12D006D-71A4-4955-9872-501FD606823D}" dt="2025-10-31T09:35:06.780" v="2912" actId="20577"/>
          <ac:spMkLst>
            <pc:docMk/>
            <pc:sldMk cId="102022237" sldId="770"/>
            <ac:spMk id="12" creationId="{6AD80D77-D2D0-F70A-9DDB-89D8275CB1D2}"/>
          </ac:spMkLst>
        </pc:spChg>
      </pc:sldChg>
      <pc:sldChg chg="new del">
        <pc:chgData name="Hasan Jamal" userId="6724a5da2ffd1b8f" providerId="LiveId" clId="{B12D006D-71A4-4955-9872-501FD606823D}" dt="2025-10-31T09:32:15.846" v="2847" actId="680"/>
        <pc:sldMkLst>
          <pc:docMk/>
          <pc:sldMk cId="2472646960" sldId="770"/>
        </pc:sldMkLst>
      </pc:sldChg>
      <pc:sldChg chg="modSp add mod">
        <pc:chgData name="Hasan Jamal" userId="6724a5da2ffd1b8f" providerId="LiveId" clId="{B12D006D-71A4-4955-9872-501FD606823D}" dt="2025-10-31T09:38:32.766" v="2972" actId="20577"/>
        <pc:sldMkLst>
          <pc:docMk/>
          <pc:sldMk cId="4188290259" sldId="771"/>
        </pc:sldMkLst>
        <pc:spChg chg="mod">
          <ac:chgData name="Hasan Jamal" userId="6724a5da2ffd1b8f" providerId="LiveId" clId="{B12D006D-71A4-4955-9872-501FD606823D}" dt="2025-10-31T09:38:32.766" v="2972" actId="20577"/>
          <ac:spMkLst>
            <pc:docMk/>
            <pc:sldMk cId="4188290259" sldId="771"/>
            <ac:spMk id="12" creationId="{BE443150-7A1C-84FD-5533-EBA48ED3B14D}"/>
          </ac:spMkLst>
        </pc:spChg>
        <pc:spChg chg="mod">
          <ac:chgData name="Hasan Jamal" userId="6724a5da2ffd1b8f" providerId="LiveId" clId="{B12D006D-71A4-4955-9872-501FD606823D}" dt="2025-10-31T09:37:10.822" v="2942" actId="20577"/>
          <ac:spMkLst>
            <pc:docMk/>
            <pc:sldMk cId="4188290259" sldId="771"/>
            <ac:spMk id="3074" creationId="{9D09AE33-460C-1AB8-4512-F95121479F64}"/>
          </ac:spMkLst>
        </pc:spChg>
      </pc:sldChg>
    </pc:docChg>
  </pc:docChgLst>
  <pc:docChgLst>
    <pc:chgData name="Hasan Jamal" userId="6724a5da2ffd1b8f" providerId="LiveId" clId="{AEC4D7E1-EF4D-43E8-B6C7-8A0C90B21B58}"/>
    <pc:docChg chg="undo redo custSel addSld delSld modSld sldOrd">
      <pc:chgData name="Hasan Jamal" userId="6724a5da2ffd1b8f" providerId="LiveId" clId="{AEC4D7E1-EF4D-43E8-B6C7-8A0C90B21B58}" dt="2025-09-03T06:17:14.202" v="580"/>
      <pc:docMkLst>
        <pc:docMk/>
      </pc:docMkLst>
      <pc:sldChg chg="modSp mod modAnim">
        <pc:chgData name="Hasan Jamal" userId="6724a5da2ffd1b8f" providerId="LiveId" clId="{AEC4D7E1-EF4D-43E8-B6C7-8A0C90B21B58}" dt="2025-09-01T05:17:39.961" v="25" actId="207"/>
        <pc:sldMkLst>
          <pc:docMk/>
          <pc:sldMk cId="1191552048" sldId="540"/>
        </pc:sldMkLst>
      </pc:sldChg>
      <pc:sldChg chg="add modAnim">
        <pc:chgData name="Hasan Jamal" userId="6724a5da2ffd1b8f" providerId="LiveId" clId="{AEC4D7E1-EF4D-43E8-B6C7-8A0C90B21B58}" dt="2025-09-03T06:15:12.472" v="576"/>
        <pc:sldMkLst>
          <pc:docMk/>
          <pc:sldMk cId="1158288531" sldId="543"/>
        </pc:sldMkLst>
      </pc:sldChg>
      <pc:sldChg chg="modSp del mod modAnim">
        <pc:chgData name="Hasan Jamal" userId="6724a5da2ffd1b8f" providerId="LiveId" clId="{AEC4D7E1-EF4D-43E8-B6C7-8A0C90B21B58}" dt="2025-09-01T05:43:06.146" v="222" actId="2696"/>
        <pc:sldMkLst>
          <pc:docMk/>
          <pc:sldMk cId="3673589650" sldId="543"/>
        </pc:sldMkLst>
      </pc:sldChg>
      <pc:sldChg chg="modSp mod">
        <pc:chgData name="Hasan Jamal" userId="6724a5da2ffd1b8f" providerId="LiveId" clId="{AEC4D7E1-EF4D-43E8-B6C7-8A0C90B21B58}" dt="2025-09-03T05:33:34.476" v="350" actId="1037"/>
        <pc:sldMkLst>
          <pc:docMk/>
          <pc:sldMk cId="4206226743" sldId="616"/>
        </pc:sldMkLst>
      </pc:sldChg>
      <pc:sldChg chg="del">
        <pc:chgData name="Hasan Jamal" userId="6724a5da2ffd1b8f" providerId="LiveId" clId="{AEC4D7E1-EF4D-43E8-B6C7-8A0C90B21B58}" dt="2025-09-03T05:23:39.589" v="304" actId="2696"/>
        <pc:sldMkLst>
          <pc:docMk/>
          <pc:sldMk cId="1069824334" sldId="617"/>
        </pc:sldMkLst>
      </pc:sldChg>
      <pc:sldChg chg="add del">
        <pc:chgData name="Hasan Jamal" userId="6724a5da2ffd1b8f" providerId="LiveId" clId="{AEC4D7E1-EF4D-43E8-B6C7-8A0C90B21B58}" dt="2025-09-03T05:24:05.807" v="307"/>
        <pc:sldMkLst>
          <pc:docMk/>
          <pc:sldMk cId="3624608271" sldId="617"/>
        </pc:sldMkLst>
      </pc:sldChg>
      <pc:sldChg chg="modAnim">
        <pc:chgData name="Hasan Jamal" userId="6724a5da2ffd1b8f" providerId="LiveId" clId="{AEC4D7E1-EF4D-43E8-B6C7-8A0C90B21B58}" dt="2025-09-03T06:15:57.050" v="577"/>
        <pc:sldMkLst>
          <pc:docMk/>
          <pc:sldMk cId="513653404" sldId="618"/>
        </pc:sldMkLst>
      </pc:sldChg>
      <pc:sldChg chg="del">
        <pc:chgData name="Hasan Jamal" userId="6724a5da2ffd1b8f" providerId="LiveId" clId="{AEC4D7E1-EF4D-43E8-B6C7-8A0C90B21B58}" dt="2025-09-03T05:23:39.589" v="304" actId="2696"/>
        <pc:sldMkLst>
          <pc:docMk/>
          <pc:sldMk cId="200322905" sldId="620"/>
        </pc:sldMkLst>
      </pc:sldChg>
      <pc:sldChg chg="add del">
        <pc:chgData name="Hasan Jamal" userId="6724a5da2ffd1b8f" providerId="LiveId" clId="{AEC4D7E1-EF4D-43E8-B6C7-8A0C90B21B58}" dt="2025-09-03T05:24:05.807" v="307"/>
        <pc:sldMkLst>
          <pc:docMk/>
          <pc:sldMk cId="1213882619" sldId="620"/>
        </pc:sldMkLst>
      </pc:sldChg>
      <pc:sldChg chg="del">
        <pc:chgData name="Hasan Jamal" userId="6724a5da2ffd1b8f" providerId="LiveId" clId="{AEC4D7E1-EF4D-43E8-B6C7-8A0C90B21B58}" dt="2025-09-03T05:23:39.589" v="304" actId="2696"/>
        <pc:sldMkLst>
          <pc:docMk/>
          <pc:sldMk cId="2832605129" sldId="621"/>
        </pc:sldMkLst>
      </pc:sldChg>
      <pc:sldChg chg="add del">
        <pc:chgData name="Hasan Jamal" userId="6724a5da2ffd1b8f" providerId="LiveId" clId="{AEC4D7E1-EF4D-43E8-B6C7-8A0C90B21B58}" dt="2025-09-03T05:24:05.807" v="307"/>
        <pc:sldMkLst>
          <pc:docMk/>
          <pc:sldMk cId="4132903563" sldId="621"/>
        </pc:sldMkLst>
      </pc:sldChg>
      <pc:sldChg chg="del">
        <pc:chgData name="Hasan Jamal" userId="6724a5da2ffd1b8f" providerId="LiveId" clId="{AEC4D7E1-EF4D-43E8-B6C7-8A0C90B21B58}" dt="2025-09-03T05:23:39.589" v="304" actId="2696"/>
        <pc:sldMkLst>
          <pc:docMk/>
          <pc:sldMk cId="2591134005" sldId="623"/>
        </pc:sldMkLst>
      </pc:sldChg>
      <pc:sldChg chg="add del">
        <pc:chgData name="Hasan Jamal" userId="6724a5da2ffd1b8f" providerId="LiveId" clId="{AEC4D7E1-EF4D-43E8-B6C7-8A0C90B21B58}" dt="2025-09-03T05:24:05.807" v="307"/>
        <pc:sldMkLst>
          <pc:docMk/>
          <pc:sldMk cId="3130080565" sldId="623"/>
        </pc:sldMkLst>
      </pc:sldChg>
      <pc:sldChg chg="modSp mod modAnim">
        <pc:chgData name="Hasan Jamal" userId="6724a5da2ffd1b8f" providerId="LiveId" clId="{AEC4D7E1-EF4D-43E8-B6C7-8A0C90B21B58}" dt="2025-09-03T06:17:14.202" v="580"/>
        <pc:sldMkLst>
          <pc:docMk/>
          <pc:sldMk cId="1798256894" sldId="624"/>
        </pc:sldMkLst>
      </pc:sldChg>
      <pc:sldChg chg="modSp mod">
        <pc:chgData name="Hasan Jamal" userId="6724a5da2ffd1b8f" providerId="LiveId" clId="{AEC4D7E1-EF4D-43E8-B6C7-8A0C90B21B58}" dt="2025-09-03T06:09:17.376" v="552"/>
        <pc:sldMkLst>
          <pc:docMk/>
          <pc:sldMk cId="142327204" sldId="625"/>
        </pc:sldMkLst>
      </pc:sldChg>
      <pc:sldChg chg="addSp delSp modSp add mod delAnim">
        <pc:chgData name="Hasan Jamal" userId="6724a5da2ffd1b8f" providerId="LiveId" clId="{AEC4D7E1-EF4D-43E8-B6C7-8A0C90B21B58}" dt="2025-09-03T05:21:21.789" v="286"/>
        <pc:sldMkLst>
          <pc:docMk/>
          <pc:sldMk cId="1725874854" sldId="626"/>
        </pc:sldMkLst>
      </pc:sldChg>
      <pc:sldChg chg="modSp add del mod">
        <pc:chgData name="Hasan Jamal" userId="6724a5da2ffd1b8f" providerId="LiveId" clId="{AEC4D7E1-EF4D-43E8-B6C7-8A0C90B21B58}" dt="2025-09-01T05:19:50.227" v="39" actId="2696"/>
        <pc:sldMkLst>
          <pc:docMk/>
          <pc:sldMk cId="1375204622" sldId="627"/>
        </pc:sldMkLst>
      </pc:sldChg>
      <pc:sldChg chg="add del">
        <pc:chgData name="Hasan Jamal" userId="6724a5da2ffd1b8f" providerId="LiveId" clId="{AEC4D7E1-EF4D-43E8-B6C7-8A0C90B21B58}" dt="2025-09-01T05:43:06.146" v="222" actId="2696"/>
        <pc:sldMkLst>
          <pc:docMk/>
          <pc:sldMk cId="2380040078" sldId="627"/>
        </pc:sldMkLst>
      </pc:sldChg>
      <pc:sldChg chg="add">
        <pc:chgData name="Hasan Jamal" userId="6724a5da2ffd1b8f" providerId="LiveId" clId="{AEC4D7E1-EF4D-43E8-B6C7-8A0C90B21B58}" dt="2025-09-01T05:43:11.930" v="223"/>
        <pc:sldMkLst>
          <pc:docMk/>
          <pc:sldMk cId="3162200049" sldId="627"/>
        </pc:sldMkLst>
      </pc:sldChg>
      <pc:sldChg chg="modSp add del mod">
        <pc:chgData name="Hasan Jamal" userId="6724a5da2ffd1b8f" providerId="LiveId" clId="{AEC4D7E1-EF4D-43E8-B6C7-8A0C90B21B58}" dt="2025-09-01T05:43:06.146" v="222" actId="2696"/>
        <pc:sldMkLst>
          <pc:docMk/>
          <pc:sldMk cId="913243096" sldId="628"/>
        </pc:sldMkLst>
      </pc:sldChg>
      <pc:sldChg chg="add">
        <pc:chgData name="Hasan Jamal" userId="6724a5da2ffd1b8f" providerId="LiveId" clId="{AEC4D7E1-EF4D-43E8-B6C7-8A0C90B21B58}" dt="2025-09-01T05:43:11.930" v="223"/>
        <pc:sldMkLst>
          <pc:docMk/>
          <pc:sldMk cId="1241998135" sldId="628"/>
        </pc:sldMkLst>
      </pc:sldChg>
      <pc:sldChg chg="modSp add del mod">
        <pc:chgData name="Hasan Jamal" userId="6724a5da2ffd1b8f" providerId="LiveId" clId="{AEC4D7E1-EF4D-43E8-B6C7-8A0C90B21B58}" dt="2025-09-01T05:43:06.146" v="222" actId="2696"/>
        <pc:sldMkLst>
          <pc:docMk/>
          <pc:sldMk cId="2454935600" sldId="629"/>
        </pc:sldMkLst>
      </pc:sldChg>
      <pc:sldChg chg="add">
        <pc:chgData name="Hasan Jamal" userId="6724a5da2ffd1b8f" providerId="LiveId" clId="{AEC4D7E1-EF4D-43E8-B6C7-8A0C90B21B58}" dt="2025-09-01T05:43:11.930" v="223"/>
        <pc:sldMkLst>
          <pc:docMk/>
          <pc:sldMk cId="3446943281" sldId="629"/>
        </pc:sldMkLst>
      </pc:sldChg>
      <pc:sldChg chg="add">
        <pc:chgData name="Hasan Jamal" userId="6724a5da2ffd1b8f" providerId="LiveId" clId="{AEC4D7E1-EF4D-43E8-B6C7-8A0C90B21B58}" dt="2025-09-01T05:43:11.930" v="223"/>
        <pc:sldMkLst>
          <pc:docMk/>
          <pc:sldMk cId="2506624881" sldId="630"/>
        </pc:sldMkLst>
      </pc:sldChg>
      <pc:sldChg chg="new del">
        <pc:chgData name="Hasan Jamal" userId="6724a5da2ffd1b8f" providerId="LiveId" clId="{AEC4D7E1-EF4D-43E8-B6C7-8A0C90B21B58}" dt="2025-09-01T05:30:41.776" v="136" actId="680"/>
        <pc:sldMkLst>
          <pc:docMk/>
          <pc:sldMk cId="3092480530" sldId="630"/>
        </pc:sldMkLst>
      </pc:sldChg>
      <pc:sldChg chg="addSp delSp modSp add del mod">
        <pc:chgData name="Hasan Jamal" userId="6724a5da2ffd1b8f" providerId="LiveId" clId="{AEC4D7E1-EF4D-43E8-B6C7-8A0C90B21B58}" dt="2025-09-01T05:43:06.146" v="222" actId="2696"/>
        <pc:sldMkLst>
          <pc:docMk/>
          <pc:sldMk cId="3627670464" sldId="630"/>
        </pc:sldMkLst>
      </pc:sldChg>
      <pc:sldChg chg="modSp add mod modAnim">
        <pc:chgData name="Hasan Jamal" userId="6724a5da2ffd1b8f" providerId="LiveId" clId="{AEC4D7E1-EF4D-43E8-B6C7-8A0C90B21B58}" dt="2025-09-03T06:17:07.629" v="579"/>
        <pc:sldMkLst>
          <pc:docMk/>
          <pc:sldMk cId="3187542710" sldId="631"/>
        </pc:sldMkLst>
      </pc:sldChg>
      <pc:sldChg chg="add del">
        <pc:chgData name="Hasan Jamal" userId="6724a5da2ffd1b8f" providerId="LiveId" clId="{AEC4D7E1-EF4D-43E8-B6C7-8A0C90B21B58}" dt="2025-09-03T05:23:39.589" v="304" actId="2696"/>
        <pc:sldMkLst>
          <pc:docMk/>
          <pc:sldMk cId="1744456955" sldId="632"/>
        </pc:sldMkLst>
      </pc:sldChg>
      <pc:sldChg chg="add del">
        <pc:chgData name="Hasan Jamal" userId="6724a5da2ffd1b8f" providerId="LiveId" clId="{AEC4D7E1-EF4D-43E8-B6C7-8A0C90B21B58}" dt="2025-09-03T05:24:05.807" v="307"/>
        <pc:sldMkLst>
          <pc:docMk/>
          <pc:sldMk cId="2546045990" sldId="632"/>
        </pc:sldMkLst>
      </pc:sldChg>
      <pc:sldChg chg="modSp add del mod">
        <pc:chgData name="Hasan Jamal" userId="6724a5da2ffd1b8f" providerId="LiveId" clId="{AEC4D7E1-EF4D-43E8-B6C7-8A0C90B21B58}" dt="2025-09-03T05:23:23.621" v="303" actId="47"/>
        <pc:sldMkLst>
          <pc:docMk/>
          <pc:sldMk cId="61847458" sldId="633"/>
        </pc:sldMkLst>
      </pc:sldChg>
      <pc:sldChg chg="modSp add mod">
        <pc:chgData name="Hasan Jamal" userId="6724a5da2ffd1b8f" providerId="LiveId" clId="{AEC4D7E1-EF4D-43E8-B6C7-8A0C90B21B58}" dt="2025-09-03T05:22:43.506" v="294" actId="2062"/>
        <pc:sldMkLst>
          <pc:docMk/>
          <pc:sldMk cId="2871859442" sldId="634"/>
        </pc:sldMkLst>
      </pc:sldChg>
      <pc:sldChg chg="modSp add mod ord">
        <pc:chgData name="Hasan Jamal" userId="6724a5da2ffd1b8f" providerId="LiveId" clId="{AEC4D7E1-EF4D-43E8-B6C7-8A0C90B21B58}" dt="2025-09-03T05:23:20.685" v="302" actId="2062"/>
        <pc:sldMkLst>
          <pc:docMk/>
          <pc:sldMk cId="3729745034" sldId="635"/>
        </pc:sldMkLst>
      </pc:sldChg>
      <pc:sldChg chg="delSp modSp new mod">
        <pc:chgData name="Hasan Jamal" userId="6724a5da2ffd1b8f" providerId="LiveId" clId="{AEC4D7E1-EF4D-43E8-B6C7-8A0C90B21B58}" dt="2025-09-03T05:24:55.111" v="325" actId="1076"/>
        <pc:sldMkLst>
          <pc:docMk/>
          <pc:sldMk cId="1804623619" sldId="636"/>
        </pc:sldMkLst>
      </pc:sldChg>
      <pc:sldChg chg="modSp add mod modAnim">
        <pc:chgData name="Hasan Jamal" userId="6724a5da2ffd1b8f" providerId="LiveId" clId="{AEC4D7E1-EF4D-43E8-B6C7-8A0C90B21B58}" dt="2025-09-03T06:16:53.080" v="578"/>
        <pc:sldMkLst>
          <pc:docMk/>
          <pc:sldMk cId="1071127723" sldId="637"/>
        </pc:sldMkLst>
      </pc:sldChg>
      <pc:sldChg chg="modSp add mod">
        <pc:chgData name="Hasan Jamal" userId="6724a5da2ffd1b8f" providerId="LiveId" clId="{AEC4D7E1-EF4D-43E8-B6C7-8A0C90B21B58}" dt="2025-09-03T06:12:21.084" v="575"/>
        <pc:sldMkLst>
          <pc:docMk/>
          <pc:sldMk cId="2881385252" sldId="638"/>
        </pc:sldMkLst>
      </pc:sldChg>
    </pc:docChg>
  </pc:docChgLst>
  <pc:docChgLst>
    <pc:chgData name="Hasan Jamal" userId="6724a5da2ffd1b8f" providerId="LiveId" clId="{AE4C4A37-B181-48CC-821B-110BF401ED5E}"/>
    <pc:docChg chg="undo redo custSel addSld delSld modSld sldOrd">
      <pc:chgData name="Hasan Jamal" userId="6724a5da2ffd1b8f" providerId="LiveId" clId="{AE4C4A37-B181-48CC-821B-110BF401ED5E}" dt="2025-09-05T05:06:17.703" v="1698" actId="1036"/>
      <pc:docMkLst>
        <pc:docMk/>
      </pc:docMkLst>
      <pc:sldChg chg="modSp mod">
        <pc:chgData name="Hasan Jamal" userId="6724a5da2ffd1b8f" providerId="LiveId" clId="{AE4C4A37-B181-48CC-821B-110BF401ED5E}" dt="2025-09-04T05:47:59.202" v="19" actId="20577"/>
        <pc:sldMkLst>
          <pc:docMk/>
          <pc:sldMk cId="1423990881" sldId="267"/>
        </pc:sldMkLst>
      </pc:sldChg>
      <pc:sldChg chg="addSp delSp modSp mod modAnim">
        <pc:chgData name="Hasan Jamal" userId="6724a5da2ffd1b8f" providerId="LiveId" clId="{AE4C4A37-B181-48CC-821B-110BF401ED5E}" dt="2025-09-04T06:19:01.051" v="355"/>
        <pc:sldMkLst>
          <pc:docMk/>
          <pc:sldMk cId="1191552048" sldId="540"/>
        </pc:sldMkLst>
      </pc:sldChg>
      <pc:sldChg chg="addSp delSp modSp mod">
        <pc:chgData name="Hasan Jamal" userId="6724a5da2ffd1b8f" providerId="LiveId" clId="{AE4C4A37-B181-48CC-821B-110BF401ED5E}" dt="2025-09-05T05:06:17.703" v="1698" actId="1036"/>
        <pc:sldMkLst>
          <pc:docMk/>
          <pc:sldMk cId="1158288531" sldId="543"/>
        </pc:sldMkLst>
      </pc:sldChg>
      <pc:sldChg chg="modSp del mod ord">
        <pc:chgData name="Hasan Jamal" userId="6724a5da2ffd1b8f" providerId="LiveId" clId="{AE4C4A37-B181-48CC-821B-110BF401ED5E}" dt="2025-09-05T03:25:04.587" v="674" actId="47"/>
        <pc:sldMkLst>
          <pc:docMk/>
          <pc:sldMk cId="3162200049" sldId="627"/>
        </pc:sldMkLst>
      </pc:sldChg>
      <pc:sldChg chg="addSp delSp modSp mod">
        <pc:chgData name="Hasan Jamal" userId="6724a5da2ffd1b8f" providerId="LiveId" clId="{AE4C4A37-B181-48CC-821B-110BF401ED5E}" dt="2025-09-05T03:57:12.218" v="1208" actId="1038"/>
        <pc:sldMkLst>
          <pc:docMk/>
          <pc:sldMk cId="1241998135" sldId="628"/>
        </pc:sldMkLst>
      </pc:sldChg>
      <pc:sldChg chg="modSp del mod ord">
        <pc:chgData name="Hasan Jamal" userId="6724a5da2ffd1b8f" providerId="LiveId" clId="{AE4C4A37-B181-48CC-821B-110BF401ED5E}" dt="2025-09-05T05:02:42.697" v="1651" actId="47"/>
        <pc:sldMkLst>
          <pc:docMk/>
          <pc:sldMk cId="3446943281" sldId="629"/>
        </pc:sldMkLst>
      </pc:sldChg>
      <pc:sldChg chg="del">
        <pc:chgData name="Hasan Jamal" userId="6724a5da2ffd1b8f" providerId="LiveId" clId="{AE4C4A37-B181-48CC-821B-110BF401ED5E}" dt="2025-09-05T05:02:33.211" v="1648" actId="47"/>
        <pc:sldMkLst>
          <pc:docMk/>
          <pc:sldMk cId="2506624881" sldId="630"/>
        </pc:sldMkLst>
      </pc:sldChg>
      <pc:sldChg chg="modSp add del mod">
        <pc:chgData name="Hasan Jamal" userId="6724a5da2ffd1b8f" providerId="LiveId" clId="{AE4C4A37-B181-48CC-821B-110BF401ED5E}" dt="2025-09-05T03:33:51.369" v="694" actId="47"/>
        <pc:sldMkLst>
          <pc:docMk/>
          <pc:sldMk cId="4245452136" sldId="639"/>
        </pc:sldMkLst>
      </pc:sldChg>
      <pc:sldChg chg="modSp add mod">
        <pc:chgData name="Hasan Jamal" userId="6724a5da2ffd1b8f" providerId="LiveId" clId="{AE4C4A37-B181-48CC-821B-110BF401ED5E}" dt="2025-09-05T03:37:00.842" v="745" actId="20577"/>
        <pc:sldMkLst>
          <pc:docMk/>
          <pc:sldMk cId="1692021193" sldId="717"/>
        </pc:sldMkLst>
      </pc:sldChg>
      <pc:sldChg chg="addSp modSp add mod">
        <pc:chgData name="Hasan Jamal" userId="6724a5da2ffd1b8f" providerId="LiveId" clId="{AE4C4A37-B181-48CC-821B-110BF401ED5E}" dt="2025-09-05T03:23:44.737" v="660" actId="1035"/>
        <pc:sldMkLst>
          <pc:docMk/>
          <pc:sldMk cId="1914851338" sldId="722"/>
        </pc:sldMkLst>
      </pc:sldChg>
      <pc:sldChg chg="modSp add mod">
        <pc:chgData name="Hasan Jamal" userId="6724a5da2ffd1b8f" providerId="LiveId" clId="{AE4C4A37-B181-48CC-821B-110BF401ED5E}" dt="2025-09-05T03:24:58.755" v="673" actId="1037"/>
        <pc:sldMkLst>
          <pc:docMk/>
          <pc:sldMk cId="4210852286" sldId="774"/>
        </pc:sldMkLst>
      </pc:sldChg>
      <pc:sldChg chg="modSp add mod">
        <pc:chgData name="Hasan Jamal" userId="6724a5da2ffd1b8f" providerId="LiveId" clId="{AE4C4A37-B181-48CC-821B-110BF401ED5E}" dt="2025-09-05T03:38:47.664" v="748" actId="14100"/>
        <pc:sldMkLst>
          <pc:docMk/>
          <pc:sldMk cId="3858609483" sldId="777"/>
        </pc:sldMkLst>
      </pc:sldChg>
      <pc:sldChg chg="modSp add mod">
        <pc:chgData name="Hasan Jamal" userId="6724a5da2ffd1b8f" providerId="LiveId" clId="{AE4C4A37-B181-48CC-821B-110BF401ED5E}" dt="2025-09-05T03:38:57.087" v="750" actId="14100"/>
        <pc:sldMkLst>
          <pc:docMk/>
          <pc:sldMk cId="3160128666" sldId="816"/>
        </pc:sldMkLst>
      </pc:sldChg>
      <pc:sldChg chg="modSp add mod">
        <pc:chgData name="Hasan Jamal" userId="6724a5da2ffd1b8f" providerId="LiveId" clId="{AE4C4A37-B181-48CC-821B-110BF401ED5E}" dt="2025-09-05T03:43:04.037" v="778" actId="14100"/>
        <pc:sldMkLst>
          <pc:docMk/>
          <pc:sldMk cId="3899429007" sldId="817"/>
        </pc:sldMkLst>
      </pc:sldChg>
      <pc:sldChg chg="addSp delSp modSp add mod">
        <pc:chgData name="Hasan Jamal" userId="6724a5da2ffd1b8f" providerId="LiveId" clId="{AE4C4A37-B181-48CC-821B-110BF401ED5E}" dt="2025-09-05T03:35:15.241" v="740" actId="1035"/>
        <pc:sldMkLst>
          <pc:docMk/>
          <pc:sldMk cId="2248432754" sldId="818"/>
        </pc:sldMkLst>
      </pc:sldChg>
      <pc:sldChg chg="add">
        <pc:chgData name="Hasan Jamal" userId="6724a5da2ffd1b8f" providerId="LiveId" clId="{AE4C4A37-B181-48CC-821B-110BF401ED5E}" dt="2025-09-05T03:35:50.127" v="741"/>
        <pc:sldMkLst>
          <pc:docMk/>
          <pc:sldMk cId="48656176" sldId="819"/>
        </pc:sldMkLst>
      </pc:sldChg>
      <pc:sldChg chg="add">
        <pc:chgData name="Hasan Jamal" userId="6724a5da2ffd1b8f" providerId="LiveId" clId="{AE4C4A37-B181-48CC-821B-110BF401ED5E}" dt="2025-09-05T03:35:50.127" v="741"/>
        <pc:sldMkLst>
          <pc:docMk/>
          <pc:sldMk cId="2511887128" sldId="820"/>
        </pc:sldMkLst>
      </pc:sldChg>
      <pc:sldChg chg="add del">
        <pc:chgData name="Hasan Jamal" userId="6724a5da2ffd1b8f" providerId="LiveId" clId="{AE4C4A37-B181-48CC-821B-110BF401ED5E}" dt="2025-09-05T03:36:02.136" v="742" actId="47"/>
        <pc:sldMkLst>
          <pc:docMk/>
          <pc:sldMk cId="4202844479" sldId="821"/>
        </pc:sldMkLst>
      </pc:sldChg>
      <pc:sldChg chg="add del">
        <pc:chgData name="Hasan Jamal" userId="6724a5da2ffd1b8f" providerId="LiveId" clId="{AE4C4A37-B181-48CC-821B-110BF401ED5E}" dt="2025-09-05T03:36:07.897" v="743" actId="47"/>
        <pc:sldMkLst>
          <pc:docMk/>
          <pc:sldMk cId="2293995998" sldId="822"/>
        </pc:sldMkLst>
      </pc:sldChg>
      <pc:sldChg chg="add">
        <pc:chgData name="Hasan Jamal" userId="6724a5da2ffd1b8f" providerId="LiveId" clId="{AE4C4A37-B181-48CC-821B-110BF401ED5E}" dt="2025-09-05T03:35:50.127" v="741"/>
        <pc:sldMkLst>
          <pc:docMk/>
          <pc:sldMk cId="3483715550" sldId="823"/>
        </pc:sldMkLst>
      </pc:sldChg>
      <pc:sldChg chg="modSp add mod">
        <pc:chgData name="Hasan Jamal" userId="6724a5da2ffd1b8f" providerId="LiveId" clId="{AE4C4A37-B181-48CC-821B-110BF401ED5E}" dt="2025-09-05T03:43:06.416" v="780" actId="20577"/>
        <pc:sldMkLst>
          <pc:docMk/>
          <pc:sldMk cId="3761359036" sldId="824"/>
        </pc:sldMkLst>
      </pc:sldChg>
      <pc:sldChg chg="addSp delSp modSp add mod ord modAnim">
        <pc:chgData name="Hasan Jamal" userId="6724a5da2ffd1b8f" providerId="LiveId" clId="{AE4C4A37-B181-48CC-821B-110BF401ED5E}" dt="2025-09-05T05:01:22.401" v="1575"/>
        <pc:sldMkLst>
          <pc:docMk/>
          <pc:sldMk cId="3293889089" sldId="825"/>
        </pc:sldMkLst>
      </pc:sldChg>
      <pc:sldChg chg="addSp delSp modSp add mod">
        <pc:chgData name="Hasan Jamal" userId="6724a5da2ffd1b8f" providerId="LiveId" clId="{AE4C4A37-B181-48CC-821B-110BF401ED5E}" dt="2025-09-05T04:47:26.381" v="1516" actId="14734"/>
        <pc:sldMkLst>
          <pc:docMk/>
          <pc:sldMk cId="2705216449" sldId="826"/>
        </pc:sldMkLst>
      </pc:sldChg>
    </pc:docChg>
  </pc:docChgLst>
  <pc:docChgLst>
    <pc:chgData name="Hasan Jamal" userId="6724a5da2ffd1b8f" providerId="LiveId" clId="{57CB2F9D-511D-47A3-97AB-7DD5A4D88522}"/>
    <pc:docChg chg="modSld">
      <pc:chgData name="Hasan Jamal" userId="6724a5da2ffd1b8f" providerId="LiveId" clId="{57CB2F9D-511D-47A3-97AB-7DD5A4D88522}" dt="2022-09-15T03:29:34.839" v="12" actId="20577"/>
      <pc:docMkLst>
        <pc:docMk/>
      </pc:docMkLst>
      <pc:sldChg chg="modSp mod">
        <pc:chgData name="Hasan Jamal" userId="6724a5da2ffd1b8f" providerId="LiveId" clId="{57CB2F9D-511D-47A3-97AB-7DD5A4D88522}" dt="2022-09-15T03:29:34.839" v="12" actId="20577"/>
        <pc:sldMkLst>
          <pc:docMk/>
          <pc:sldMk cId="4276505344" sldId="513"/>
        </pc:sldMkLst>
      </pc:sldChg>
      <pc:sldChg chg="modSp mod">
        <pc:chgData name="Hasan Jamal" userId="6724a5da2ffd1b8f" providerId="LiveId" clId="{57CB2F9D-511D-47A3-97AB-7DD5A4D88522}" dt="2022-02-25T04:18:49.826" v="6" actId="113"/>
        <pc:sldMkLst>
          <pc:docMk/>
          <pc:sldMk cId="4101798262" sldId="516"/>
        </pc:sldMkLst>
      </pc:sldChg>
      <pc:sldChg chg="modNotesTx">
        <pc:chgData name="Hasan Jamal" userId="6724a5da2ffd1b8f" providerId="LiveId" clId="{57CB2F9D-511D-47A3-97AB-7DD5A4D88522}" dt="2022-02-23T10:00:06.570" v="3" actId="20577"/>
        <pc:sldMkLst>
          <pc:docMk/>
          <pc:sldMk cId="1619668140" sldId="523"/>
        </pc:sldMkLst>
      </pc:sldChg>
    </pc:docChg>
  </pc:docChgLst>
  <pc:docChgLst>
    <pc:chgData name="Hasan Jamal" userId="6724a5da2ffd1b8f" providerId="LiveId" clId="{96E91301-8390-499D-83BE-49190A5B0140}"/>
    <pc:docChg chg="modSld">
      <pc:chgData name="Hasan Jamal" userId="6724a5da2ffd1b8f" providerId="LiveId" clId="{96E91301-8390-499D-83BE-49190A5B0140}" dt="2020-06-20T13:15:35.684" v="1"/>
      <pc:docMkLst>
        <pc:docMk/>
      </pc:docMkLst>
      <pc:sldChg chg="modTransition">
        <pc:chgData name="Hasan Jamal" userId="6724a5da2ffd1b8f" providerId="LiveId" clId="{96E91301-8390-499D-83BE-49190A5B0140}" dt="2020-06-20T13:15:35.684" v="1"/>
        <pc:sldMkLst>
          <pc:docMk/>
          <pc:sldMk cId="1423990881" sldId="267"/>
        </pc:sldMkLst>
      </pc:sldChg>
      <pc:sldChg chg="modTransition">
        <pc:chgData name="Hasan Jamal" userId="6724a5da2ffd1b8f" providerId="LiveId" clId="{96E91301-8390-499D-83BE-49190A5B0140}" dt="2020-06-20T13:15:35.684" v="1"/>
        <pc:sldMkLst>
          <pc:docMk/>
          <pc:sldMk cId="578419612" sldId="270"/>
        </pc:sldMkLst>
      </pc:sldChg>
      <pc:sldChg chg="modTransition">
        <pc:chgData name="Hasan Jamal" userId="6724a5da2ffd1b8f" providerId="LiveId" clId="{96E91301-8390-499D-83BE-49190A5B0140}" dt="2020-06-20T13:15:35.684" v="1"/>
        <pc:sldMkLst>
          <pc:docMk/>
          <pc:sldMk cId="1495268929" sldId="274"/>
        </pc:sldMkLst>
      </pc:sldChg>
      <pc:sldChg chg="modTransition">
        <pc:chgData name="Hasan Jamal" userId="6724a5da2ffd1b8f" providerId="LiveId" clId="{96E91301-8390-499D-83BE-49190A5B0140}" dt="2020-06-20T13:15:35.684" v="1"/>
        <pc:sldMkLst>
          <pc:docMk/>
          <pc:sldMk cId="2742951823" sldId="346"/>
        </pc:sldMkLst>
      </pc:sldChg>
      <pc:sldChg chg="modTransition">
        <pc:chgData name="Hasan Jamal" userId="6724a5da2ffd1b8f" providerId="LiveId" clId="{96E91301-8390-499D-83BE-49190A5B0140}" dt="2020-06-20T13:15:35.684" v="1"/>
        <pc:sldMkLst>
          <pc:docMk/>
          <pc:sldMk cId="3076239252" sldId="457"/>
        </pc:sldMkLst>
      </pc:sldChg>
      <pc:sldChg chg="modTransition">
        <pc:chgData name="Hasan Jamal" userId="6724a5da2ffd1b8f" providerId="LiveId" clId="{96E91301-8390-499D-83BE-49190A5B0140}" dt="2020-06-20T13:15:35.684" v="1"/>
        <pc:sldMkLst>
          <pc:docMk/>
          <pc:sldMk cId="3748594262" sldId="458"/>
        </pc:sldMkLst>
      </pc:sldChg>
      <pc:sldChg chg="modTransition">
        <pc:chgData name="Hasan Jamal" userId="6724a5da2ffd1b8f" providerId="LiveId" clId="{96E91301-8390-499D-83BE-49190A5B0140}" dt="2020-06-20T13:15:35.684" v="1"/>
        <pc:sldMkLst>
          <pc:docMk/>
          <pc:sldMk cId="616506392" sldId="459"/>
        </pc:sldMkLst>
      </pc:sldChg>
      <pc:sldChg chg="modTransition">
        <pc:chgData name="Hasan Jamal" userId="6724a5da2ffd1b8f" providerId="LiveId" clId="{96E91301-8390-499D-83BE-49190A5B0140}" dt="2020-06-20T13:15:35.684" v="1"/>
        <pc:sldMkLst>
          <pc:docMk/>
          <pc:sldMk cId="2854303941" sldId="461"/>
        </pc:sldMkLst>
      </pc:sldChg>
      <pc:sldChg chg="modTransition">
        <pc:chgData name="Hasan Jamal" userId="6724a5da2ffd1b8f" providerId="LiveId" clId="{96E91301-8390-499D-83BE-49190A5B0140}" dt="2020-06-20T13:15:35.684" v="1"/>
        <pc:sldMkLst>
          <pc:docMk/>
          <pc:sldMk cId="3095468980" sldId="466"/>
        </pc:sldMkLst>
      </pc:sldChg>
      <pc:sldChg chg="modTransition">
        <pc:chgData name="Hasan Jamal" userId="6724a5da2ffd1b8f" providerId="LiveId" clId="{96E91301-8390-499D-83BE-49190A5B0140}" dt="2020-06-20T13:15:35.684" v="1"/>
        <pc:sldMkLst>
          <pc:docMk/>
          <pc:sldMk cId="2501283379" sldId="467"/>
        </pc:sldMkLst>
      </pc:sldChg>
      <pc:sldChg chg="modTransition">
        <pc:chgData name="Hasan Jamal" userId="6724a5da2ffd1b8f" providerId="LiveId" clId="{96E91301-8390-499D-83BE-49190A5B0140}" dt="2020-06-20T13:15:35.684" v="1"/>
        <pc:sldMkLst>
          <pc:docMk/>
          <pc:sldMk cId="2088484385" sldId="468"/>
        </pc:sldMkLst>
      </pc:sldChg>
      <pc:sldChg chg="modTransition">
        <pc:chgData name="Hasan Jamal" userId="6724a5da2ffd1b8f" providerId="LiveId" clId="{96E91301-8390-499D-83BE-49190A5B0140}" dt="2020-06-20T13:15:35.684" v="1"/>
        <pc:sldMkLst>
          <pc:docMk/>
          <pc:sldMk cId="2487066325" sldId="469"/>
        </pc:sldMkLst>
      </pc:sldChg>
      <pc:sldChg chg="modTransition">
        <pc:chgData name="Hasan Jamal" userId="6724a5da2ffd1b8f" providerId="LiveId" clId="{96E91301-8390-499D-83BE-49190A5B0140}" dt="2020-06-20T13:15:35.684" v="1"/>
        <pc:sldMkLst>
          <pc:docMk/>
          <pc:sldMk cId="1595765672" sldId="470"/>
        </pc:sldMkLst>
      </pc:sldChg>
      <pc:sldChg chg="modTransition">
        <pc:chgData name="Hasan Jamal" userId="6724a5da2ffd1b8f" providerId="LiveId" clId="{96E91301-8390-499D-83BE-49190A5B0140}" dt="2020-06-20T13:15:35.684" v="1"/>
        <pc:sldMkLst>
          <pc:docMk/>
          <pc:sldMk cId="2723844874" sldId="471"/>
        </pc:sldMkLst>
      </pc:sldChg>
      <pc:sldChg chg="modTransition">
        <pc:chgData name="Hasan Jamal" userId="6724a5da2ffd1b8f" providerId="LiveId" clId="{96E91301-8390-499D-83BE-49190A5B0140}" dt="2020-06-20T13:15:35.684" v="1"/>
        <pc:sldMkLst>
          <pc:docMk/>
          <pc:sldMk cId="391945698" sldId="475"/>
        </pc:sldMkLst>
      </pc:sldChg>
      <pc:sldChg chg="modTransition">
        <pc:chgData name="Hasan Jamal" userId="6724a5da2ffd1b8f" providerId="LiveId" clId="{96E91301-8390-499D-83BE-49190A5B0140}" dt="2020-06-20T13:15:35.684" v="1"/>
        <pc:sldMkLst>
          <pc:docMk/>
          <pc:sldMk cId="481662566" sldId="476"/>
        </pc:sldMkLst>
      </pc:sldChg>
      <pc:sldChg chg="modTransition">
        <pc:chgData name="Hasan Jamal" userId="6724a5da2ffd1b8f" providerId="LiveId" clId="{96E91301-8390-499D-83BE-49190A5B0140}" dt="2020-06-20T13:15:35.684" v="1"/>
        <pc:sldMkLst>
          <pc:docMk/>
          <pc:sldMk cId="376348559" sldId="4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10/31/2025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55CF1-7131-2DF0-CDCC-EDE2D995C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83875-0430-42F2-A048-3E2BE59F6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A5202-6AD4-DA72-C482-00807763A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CBCA0B-8A20-5F0F-5FED-E5EB74D2D223}"/>
              </a:ext>
            </a:extLst>
          </p:cNvPr>
          <p:cNvSpPr>
            <a:spLocks noGrp="1"/>
          </p:cNvSpPr>
          <p:nvPr>
            <p:ph type="sldNum" sz="quarter" idx="5"/>
          </p:nvPr>
        </p:nvSpPr>
        <p:spPr/>
        <p:txBody>
          <a:bodyPr/>
          <a:lstStyle/>
          <a:p>
            <a:fld id="{C52D3D20-B80A-47F2-90D8-E85AAC9E3F34}" type="slidenum">
              <a:rPr lang="en-US" smtClean="0"/>
              <a:t>3</a:t>
            </a:fld>
            <a:endParaRPr lang="en-US"/>
          </a:p>
        </p:txBody>
      </p:sp>
    </p:spTree>
    <p:extLst>
      <p:ext uri="{BB962C8B-B14F-4D97-AF65-F5344CB8AC3E}">
        <p14:creationId xmlns:p14="http://schemas.microsoft.com/office/powerpoint/2010/main" val="2200940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4</a:t>
            </a:fld>
            <a:endParaRPr lang="en-US"/>
          </a:p>
        </p:txBody>
      </p:sp>
    </p:spTree>
    <p:extLst>
      <p:ext uri="{BB962C8B-B14F-4D97-AF65-F5344CB8AC3E}">
        <p14:creationId xmlns:p14="http://schemas.microsoft.com/office/powerpoint/2010/main" val="787548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CF101-5B95-AC7A-1229-F31628D9E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27DF6-23E2-BD45-AA45-7144EE0F3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046FB-30B4-AA70-19A9-61C7FD10FF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F5FC15-F350-76E7-5923-0D0423F99323}"/>
              </a:ext>
            </a:extLst>
          </p:cNvPr>
          <p:cNvSpPr>
            <a:spLocks noGrp="1"/>
          </p:cNvSpPr>
          <p:nvPr>
            <p:ph type="sldNum" sz="quarter" idx="5"/>
          </p:nvPr>
        </p:nvSpPr>
        <p:spPr/>
        <p:txBody>
          <a:bodyPr/>
          <a:lstStyle/>
          <a:p>
            <a:fld id="{C52D3D20-B80A-47F2-90D8-E85AAC9E3F34}" type="slidenum">
              <a:rPr lang="en-US" smtClean="0"/>
              <a:t>5</a:t>
            </a:fld>
            <a:endParaRPr lang="en-US"/>
          </a:p>
        </p:txBody>
      </p:sp>
    </p:spTree>
    <p:extLst>
      <p:ext uri="{BB962C8B-B14F-4D97-AF65-F5344CB8AC3E}">
        <p14:creationId xmlns:p14="http://schemas.microsoft.com/office/powerpoint/2010/main" val="1214623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0CC6-EB59-4447-80BA-9D36C629B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D14A-F511-49B0-A91B-978DAEFBB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739A08-9A7A-49DA-A39B-B0EF1A4801F7}"/>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5" name="Footer Placeholder 4">
            <a:extLst>
              <a:ext uri="{FF2B5EF4-FFF2-40B4-BE49-F238E27FC236}">
                <a16:creationId xmlns:a16="http://schemas.microsoft.com/office/drawing/2014/main" id="{4BAD8D3A-B881-4BC9-A537-ECB468F7F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F4CF0-1776-4F65-BCA7-0F303DF3D42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07157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02DE-303C-4D87-8E77-879FBE1195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B6C54D-48BB-467E-8103-DFE5F6DCED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DAA13-6920-4BB8-A1F1-3A13242790AB}"/>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5" name="Footer Placeholder 4">
            <a:extLst>
              <a:ext uri="{FF2B5EF4-FFF2-40B4-BE49-F238E27FC236}">
                <a16:creationId xmlns:a16="http://schemas.microsoft.com/office/drawing/2014/main" id="{2663360B-5BAB-41D8-A02D-7C1BAB8C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2317C-2498-4AED-8B51-357F03DCA24C}"/>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407313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3ADF-891D-4A12-83B5-454FF556A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492D1F-5588-4349-97C5-EB30CD88E5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24B3D-6B89-4416-A6EB-152D8D49D5E5}"/>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5" name="Footer Placeholder 4">
            <a:extLst>
              <a:ext uri="{FF2B5EF4-FFF2-40B4-BE49-F238E27FC236}">
                <a16:creationId xmlns:a16="http://schemas.microsoft.com/office/drawing/2014/main" id="{C11B9C78-BA9A-479E-A3FF-695287295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8EE37-7497-4B13-94F5-9E33310DD2CF}"/>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11105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8959-A7A6-4D39-AA8B-57C72F6B1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E0084-43D6-45E5-B2FB-83FB50E504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317EC-AA9D-4624-8395-48D0AE97ED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28D681-CD5B-4D0F-A2B0-BF8B8AD77FA8}"/>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6" name="Footer Placeholder 5">
            <a:extLst>
              <a:ext uri="{FF2B5EF4-FFF2-40B4-BE49-F238E27FC236}">
                <a16:creationId xmlns:a16="http://schemas.microsoft.com/office/drawing/2014/main" id="{A8C1E102-0CFC-4C99-8794-DDB15502C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0784B-2F5A-4BD4-9EBE-85512D8646BE}"/>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2050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3181-2412-4949-91A3-23CBDDDBC9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C8FC4-D6CA-4D00-B86A-7336B6E1C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D6D8B-7024-4E37-B53E-016331394C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1DB30-80A3-4DC3-9806-9202A76140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97761-D7C3-42D3-803A-AAC22024F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11AC6-D32A-4EAD-B726-5AE67DFFC05A}"/>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8" name="Footer Placeholder 7">
            <a:extLst>
              <a:ext uri="{FF2B5EF4-FFF2-40B4-BE49-F238E27FC236}">
                <a16:creationId xmlns:a16="http://schemas.microsoft.com/office/drawing/2014/main" id="{3E8607F5-A7FB-40DA-A637-507CECE2A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8571F-5213-44AD-9B39-829F876219D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58411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889-5B79-497C-9736-E9B7A36D06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35B599-D225-4693-9E55-C140F796D09F}"/>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4" name="Footer Placeholder 3">
            <a:extLst>
              <a:ext uri="{FF2B5EF4-FFF2-40B4-BE49-F238E27FC236}">
                <a16:creationId xmlns:a16="http://schemas.microsoft.com/office/drawing/2014/main" id="{055B06CB-70EA-4710-B4B5-59BF2C6247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1CA16-87D7-4A9A-93EE-A252B69E1A12}"/>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294881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141D3-43C6-40C7-A4DB-9BFB3972D39D}"/>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3" name="Footer Placeholder 2">
            <a:extLst>
              <a:ext uri="{FF2B5EF4-FFF2-40B4-BE49-F238E27FC236}">
                <a16:creationId xmlns:a16="http://schemas.microsoft.com/office/drawing/2014/main" id="{20B73F51-C531-4416-9A10-50D5280BF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032B0-273E-4169-9640-156E7D4EA44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669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39EF-1141-43EF-9A25-60CEC3698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A0430-0CCC-4FD2-905C-27F04B93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F68AE7-6F69-4589-A8AF-F2B8927E8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577C-944C-412C-8F52-FFFC45A36846}"/>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6" name="Footer Placeholder 5">
            <a:extLst>
              <a:ext uri="{FF2B5EF4-FFF2-40B4-BE49-F238E27FC236}">
                <a16:creationId xmlns:a16="http://schemas.microsoft.com/office/drawing/2014/main" id="{B4F4FD3B-027E-4C74-964C-C3F64FBB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FEB46-4620-4847-8F68-DB3BB84CBCCA}"/>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46127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19B-EBB5-4FBC-99F6-CD60929B5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6A3050-1640-44D7-B8B2-7F5BC0F2C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7D1C82-DEC0-4624-8D52-79B7F25C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A048C-F343-4D60-96F0-B2859B510C95}"/>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6" name="Footer Placeholder 5">
            <a:extLst>
              <a:ext uri="{FF2B5EF4-FFF2-40B4-BE49-F238E27FC236}">
                <a16:creationId xmlns:a16="http://schemas.microsoft.com/office/drawing/2014/main" id="{22788895-9B51-4541-AAB2-BF16ED7D0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53C80-6CDB-486A-B8CF-AAD127321023}"/>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6327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D555-ABD7-4161-B06F-FCD3143D9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95C10-FF95-4025-B207-9881A1646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42DD-D420-4BAE-A427-F815A4F37271}"/>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5" name="Footer Placeholder 4">
            <a:extLst>
              <a:ext uri="{FF2B5EF4-FFF2-40B4-BE49-F238E27FC236}">
                <a16:creationId xmlns:a16="http://schemas.microsoft.com/office/drawing/2014/main" id="{F551F7B7-D2EB-4517-9D60-26A66FF0E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20148-FE35-475E-9068-7641710E2E47}"/>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80883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4761-8A33-482D-B4B2-18B2A8F89E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B816EB-AB8E-47C2-9A3E-33DE4D4F8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40179-C5D2-4148-BAA2-30F72348BCE2}"/>
              </a:ext>
            </a:extLst>
          </p:cNvPr>
          <p:cNvSpPr>
            <a:spLocks noGrp="1"/>
          </p:cNvSpPr>
          <p:nvPr>
            <p:ph type="dt" sz="half" idx="10"/>
          </p:nvPr>
        </p:nvSpPr>
        <p:spPr/>
        <p:txBody>
          <a:bodyPr/>
          <a:lstStyle/>
          <a:p>
            <a:fld id="{D2DF8B72-9C19-4DBD-8F3B-D049130D4969}" type="datetimeFigureOut">
              <a:rPr lang="en-US" smtClean="0"/>
              <a:t>10/31/2025</a:t>
            </a:fld>
            <a:endParaRPr lang="en-US"/>
          </a:p>
        </p:txBody>
      </p:sp>
      <p:sp>
        <p:nvSpPr>
          <p:cNvPr id="5" name="Footer Placeholder 4">
            <a:extLst>
              <a:ext uri="{FF2B5EF4-FFF2-40B4-BE49-F238E27FC236}">
                <a16:creationId xmlns:a16="http://schemas.microsoft.com/office/drawing/2014/main" id="{31A0BD9F-3BB0-4D0E-9EBA-8CC5FDF82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69872-32D9-46E9-AB85-0ABCDEE88AE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83686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B5029-5875-48B9-9C22-38D785FCE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0B3BA-C511-4FC7-AA99-072F757CF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00382-92E4-4D10-875A-89C34EF30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F8B72-9C19-4DBD-8F3B-D049130D4969}" type="datetimeFigureOut">
              <a:rPr lang="en-US" smtClean="0"/>
              <a:t>10/31/2025</a:t>
            </a:fld>
            <a:endParaRPr lang="en-US"/>
          </a:p>
        </p:txBody>
      </p:sp>
      <p:sp>
        <p:nvSpPr>
          <p:cNvPr id="5" name="Footer Placeholder 4">
            <a:extLst>
              <a:ext uri="{FF2B5EF4-FFF2-40B4-BE49-F238E27FC236}">
                <a16:creationId xmlns:a16="http://schemas.microsoft.com/office/drawing/2014/main" id="{29CD864E-90F0-4014-8C2D-CE853EFCB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062C12-0EAF-4F9E-BB1B-EED572C6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366AE-5A89-45B7-9EA8-7C0EFF44206E}" type="slidenum">
              <a:rPr lang="en-US" smtClean="0"/>
              <a:t>‹#›</a:t>
            </a:fld>
            <a:endParaRPr lang="en-US"/>
          </a:p>
        </p:txBody>
      </p:sp>
    </p:spTree>
    <p:extLst>
      <p:ext uri="{BB962C8B-B14F-4D97-AF65-F5344CB8AC3E}">
        <p14:creationId xmlns:p14="http://schemas.microsoft.com/office/powerpoint/2010/main" val="9752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tags" Target="../tags/tag39.xml"/><Relationship Id="rId5" Type="http://schemas.openxmlformats.org/officeDocument/2006/relationships/image" Target="../media/image6.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tags" Target="../tags/tag40.x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4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ags" Target="../tags/tag4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Arial" panose="020B0604020202020204" pitchFamily="34" charset="0"/>
                <a:cs typeface="Arial" panose="020B0604020202020204" pitchFamily="34" charset="0"/>
              </a:rPr>
              <a:pPr/>
              <a:t>1</a:t>
            </a:fld>
            <a:endParaRPr lang="en-US" dirty="0">
              <a:latin typeface="Arial" panose="020B0604020202020204" pitchFamily="34" charset="0"/>
              <a:cs typeface="Arial" panose="020B0604020202020204" pitchFamily="34" charset="0"/>
            </a:endParaRPr>
          </a:p>
        </p:txBody>
      </p:sp>
      <p:sp>
        <p:nvSpPr>
          <p:cNvPr id="7" name="Title 1"/>
          <p:cNvSpPr>
            <a:spLocks noGrp="1"/>
          </p:cNvSpPr>
          <p:nvPr>
            <p:ph type="ctrTitle"/>
          </p:nvPr>
        </p:nvSpPr>
        <p:spPr>
          <a:xfrm>
            <a:off x="1207911" y="1654176"/>
            <a:ext cx="9053689" cy="1470025"/>
          </a:xfrm>
        </p:spPr>
        <p:txBody>
          <a:bodyPr/>
          <a:lstStyle/>
          <a:p>
            <a:pPr algn="ctr"/>
            <a:r>
              <a:rPr lang="en-US" sz="3600" b="1" dirty="0">
                <a:latin typeface="Arial" panose="020B0604020202020204" pitchFamily="34" charset="0"/>
                <a:cs typeface="Arial" panose="020B0604020202020204" pitchFamily="34" charset="0"/>
              </a:rPr>
              <a:t>CSC 418 – DevOps for Cloud Computing</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Arial" panose="020B0604020202020204" pitchFamily="34" charset="0"/>
                <a:cs typeface="Arial" panose="020B0604020202020204" pitchFamily="34" charset="0"/>
              </a:rPr>
              <a:t>Instructor: Dr. M. Hasan Jamal</a:t>
            </a:r>
          </a:p>
          <a:p>
            <a:pPr algn="ctr">
              <a:buClr>
                <a:srgbClr val="A9A57C"/>
              </a:buClr>
            </a:pPr>
            <a:r>
              <a:rPr lang="en-US" sz="2800" b="1" spc="-100" dirty="0">
                <a:solidFill>
                  <a:srgbClr val="675E47"/>
                </a:solidFill>
                <a:latin typeface="Arial" panose="020B0604020202020204" pitchFamily="34" charset="0"/>
                <a:cs typeface="Arial" panose="020B0604020202020204" pitchFamily="34" charset="0"/>
              </a:rPr>
              <a:t>Lecture# 03: Introduction to Virtualization</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B0B80-13A4-291A-7664-6FFDB2CF4E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C101B2F-6DBF-85F5-116E-EB4B2DC01FB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The Traditional Server Concept</a:t>
            </a:r>
          </a:p>
        </p:txBody>
      </p:sp>
      <p:sp>
        <p:nvSpPr>
          <p:cNvPr id="3" name="Slide Number Placeholder 2">
            <a:extLst>
              <a:ext uri="{FF2B5EF4-FFF2-40B4-BE49-F238E27FC236}">
                <a16:creationId xmlns:a16="http://schemas.microsoft.com/office/drawing/2014/main" id="{236B33F8-E618-55A6-1B93-EE28B914E390}"/>
              </a:ext>
            </a:extLst>
          </p:cNvPr>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DE4BCAF7-4240-9667-B0F1-14AE67BC176B}"/>
              </a:ext>
            </a:extLst>
          </p:cNvPr>
          <p:cNvSpPr txBox="1">
            <a:spLocks noChangeArrowheads="1"/>
          </p:cNvSpPr>
          <p:nvPr/>
        </p:nvSpPr>
        <p:spPr>
          <a:xfrm>
            <a:off x="632151" y="1453241"/>
            <a:ext cx="1034064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single OS image per machine</a:t>
            </a:r>
          </a:p>
          <a:p>
            <a:pPr algn="just"/>
            <a:r>
              <a:rPr lang="en-US" dirty="0">
                <a:latin typeface="Arial" panose="020B0604020202020204" pitchFamily="34" charset="0"/>
                <a:cs typeface="Arial" panose="020B0604020202020204" pitchFamily="34" charset="0"/>
              </a:rPr>
              <a:t>Software and Hardware tightly coupled</a:t>
            </a:r>
          </a:p>
          <a:p>
            <a:pPr algn="just"/>
            <a:r>
              <a:rPr lang="en-US" dirty="0">
                <a:latin typeface="Arial" panose="020B0604020202020204" pitchFamily="34" charset="0"/>
                <a:cs typeface="Arial" panose="020B0604020202020204" pitchFamily="34" charset="0"/>
              </a:rPr>
              <a:t>Running multiple applications on same machine often creates conflicts</a:t>
            </a:r>
          </a:p>
          <a:p>
            <a:pPr algn="just"/>
            <a:r>
              <a:rPr lang="en-US" dirty="0">
                <a:latin typeface="Arial" panose="020B0604020202020204" pitchFamily="34" charset="0"/>
                <a:cs typeface="Arial" panose="020B0604020202020204" pitchFamily="34" charset="0"/>
              </a:rPr>
              <a:t>Underutilized resources</a:t>
            </a:r>
          </a:p>
          <a:p>
            <a:pPr algn="just"/>
            <a:r>
              <a:rPr lang="en-US" dirty="0">
                <a:latin typeface="Arial" panose="020B0604020202020204" pitchFamily="34" charset="0"/>
                <a:cs typeface="Arial" panose="020B0604020202020204" pitchFamily="34" charset="0"/>
              </a:rPr>
              <a:t>Inflexible and costly infrastructure</a:t>
            </a:r>
          </a:p>
          <a:p>
            <a:pPr algn="just"/>
            <a:endParaRPr lang="en-US" dirty="0">
              <a:latin typeface="Arial" panose="020B0604020202020204" pitchFamily="34" charset="0"/>
              <a:cs typeface="Arial" panose="020B0604020202020204" pitchFamily="34" charset="0"/>
            </a:endParaRPr>
          </a:p>
          <a:p>
            <a:pPr marL="411480" lvl="1" indent="0" algn="just">
              <a:buNone/>
            </a:pPr>
            <a:endParaRPr lang="en-US"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9D53A846-BE2A-D24C-4EF5-A2955A465016}"/>
              </a:ext>
            </a:extLst>
          </p:cNvPr>
          <p:cNvGrpSpPr/>
          <p:nvPr/>
        </p:nvGrpSpPr>
        <p:grpSpPr>
          <a:xfrm>
            <a:off x="2690849" y="4261051"/>
            <a:ext cx="5437318" cy="1472333"/>
            <a:chOff x="3324046" y="5079815"/>
            <a:chExt cx="5437318" cy="1472333"/>
          </a:xfrm>
        </p:grpSpPr>
        <p:sp>
          <p:nvSpPr>
            <p:cNvPr id="4" name="object 4">
              <a:extLst>
                <a:ext uri="{FF2B5EF4-FFF2-40B4-BE49-F238E27FC236}">
                  <a16:creationId xmlns:a16="http://schemas.microsoft.com/office/drawing/2014/main" id="{A7C709C2-98D1-C2D7-BCD3-CDB6816389F8}"/>
                </a:ext>
              </a:extLst>
            </p:cNvPr>
            <p:cNvSpPr txBox="1"/>
            <p:nvPr/>
          </p:nvSpPr>
          <p:spPr>
            <a:xfrm>
              <a:off x="3338538" y="5927618"/>
              <a:ext cx="5422826" cy="624530"/>
            </a:xfrm>
            <a:prstGeom prst="rect">
              <a:avLst/>
            </a:prstGeom>
            <a:solidFill>
              <a:srgbClr val="1694E2"/>
            </a:solidFill>
            <a:ln w="12192">
              <a:noFill/>
            </a:ln>
          </p:spPr>
          <p:txBody>
            <a:bodyPr vert="horz" wrap="square" lIns="0" tIns="67310" rIns="0" bIns="0" rtlCol="0">
              <a:spAutoFit/>
            </a:bodyPr>
            <a:lstStyle/>
            <a:p>
              <a:pPr marL="80010" algn="ctr">
                <a:lnSpc>
                  <a:spcPct val="100000"/>
                </a:lnSpc>
                <a:spcBef>
                  <a:spcPts val="530"/>
                </a:spcBef>
              </a:pPr>
              <a:r>
                <a:rPr sz="1600" b="1" spc="-10" dirty="0">
                  <a:solidFill>
                    <a:srgbClr val="FFFFFF"/>
                  </a:solidFill>
                  <a:latin typeface="Arial" panose="020B0604020202020204" pitchFamily="34" charset="0"/>
                  <a:cs typeface="Arial" panose="020B0604020202020204" pitchFamily="34" charset="0"/>
                </a:rPr>
                <a:t>Physical</a:t>
              </a:r>
              <a:r>
                <a:rPr sz="1600" b="1" spc="10" dirty="0">
                  <a:solidFill>
                    <a:srgbClr val="FFFFFF"/>
                  </a:solidFill>
                  <a:latin typeface="Arial" panose="020B0604020202020204" pitchFamily="34" charset="0"/>
                  <a:cs typeface="Arial" panose="020B0604020202020204" pitchFamily="34" charset="0"/>
                </a:rPr>
                <a:t> </a:t>
              </a:r>
              <a:r>
                <a:rPr lang="en-US" sz="1600" b="1" spc="-5" dirty="0">
                  <a:solidFill>
                    <a:srgbClr val="FFFFFF"/>
                  </a:solidFill>
                  <a:latin typeface="Arial" panose="020B0604020202020204" pitchFamily="34" charset="0"/>
                  <a:cs typeface="Arial" panose="020B0604020202020204" pitchFamily="34" charset="0"/>
                </a:rPr>
                <a:t>Infrastructure</a:t>
              </a:r>
              <a:r>
                <a:rPr sz="1600" b="1" spc="-5" dirty="0">
                  <a:solidFill>
                    <a:srgbClr val="FFFFFF"/>
                  </a:solidFill>
                  <a:latin typeface="Arial" panose="020B0604020202020204" pitchFamily="34" charset="0"/>
                  <a:cs typeface="Arial" panose="020B0604020202020204" pitchFamily="34" charset="0"/>
                </a:rPr>
                <a:t> </a:t>
              </a:r>
              <a:endParaRPr lang="en-US" sz="1600" b="1" spc="-5" dirty="0">
                <a:solidFill>
                  <a:srgbClr val="FFFFFF"/>
                </a:solidFill>
                <a:latin typeface="Arial" panose="020B0604020202020204" pitchFamily="34" charset="0"/>
                <a:cs typeface="Arial" panose="020B0604020202020204" pitchFamily="34" charset="0"/>
              </a:endParaRPr>
            </a:p>
            <a:p>
              <a:pPr marL="80010" algn="ctr">
                <a:lnSpc>
                  <a:spcPct val="100000"/>
                </a:lnSpc>
                <a:spcBef>
                  <a:spcPts val="530"/>
                </a:spcBef>
              </a:pPr>
              <a:r>
                <a:rPr sz="1600" b="1" dirty="0">
                  <a:solidFill>
                    <a:srgbClr val="FFFFFF"/>
                  </a:solidFill>
                  <a:latin typeface="Arial" panose="020B0604020202020204" pitchFamily="34" charset="0"/>
                  <a:cs typeface="Arial" panose="020B0604020202020204" pitchFamily="34" charset="0"/>
                </a:rPr>
                <a:t>(</a:t>
              </a:r>
              <a:r>
                <a:rPr sz="1600" dirty="0">
                  <a:solidFill>
                    <a:srgbClr val="FFFFFF"/>
                  </a:solidFill>
                  <a:latin typeface="Arial" panose="020B0604020202020204" pitchFamily="34" charset="0"/>
                  <a:cs typeface="Arial" panose="020B0604020202020204" pitchFamily="34" charset="0"/>
                </a:rPr>
                <a:t>Processor,</a:t>
              </a:r>
              <a:r>
                <a:rPr sz="1600" spc="-40" dirty="0">
                  <a:solidFill>
                    <a:srgbClr val="FFFFFF"/>
                  </a:solidFill>
                  <a:latin typeface="Arial" panose="020B0604020202020204" pitchFamily="34" charset="0"/>
                  <a:cs typeface="Arial" panose="020B0604020202020204" pitchFamily="34" charset="0"/>
                </a:rPr>
                <a:t> </a:t>
              </a:r>
              <a:r>
                <a:rPr sz="1600" spc="-10" dirty="0">
                  <a:solidFill>
                    <a:srgbClr val="FFFFFF"/>
                  </a:solidFill>
                  <a:latin typeface="Arial" panose="020B0604020202020204" pitchFamily="34" charset="0"/>
                  <a:cs typeface="Arial" panose="020B0604020202020204" pitchFamily="34" charset="0"/>
                </a:rPr>
                <a:t>RAM,</a:t>
              </a:r>
              <a:r>
                <a:rPr sz="1600" spc="15"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Memory,</a:t>
              </a:r>
              <a:r>
                <a:rPr sz="1600" dirty="0">
                  <a:solidFill>
                    <a:srgbClr val="FFFFFF"/>
                  </a:solidFill>
                  <a:latin typeface="Arial" panose="020B0604020202020204" pitchFamily="34" charset="0"/>
                  <a:cs typeface="Arial" panose="020B0604020202020204" pitchFamily="34" charset="0"/>
                </a:rPr>
                <a:t> Network,</a:t>
              </a:r>
              <a:r>
                <a:rPr sz="1600" spc="-30"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Chipset,</a:t>
              </a:r>
              <a:r>
                <a:rPr sz="1600" dirty="0">
                  <a:solidFill>
                    <a:srgbClr val="FFFFFF"/>
                  </a:solidFill>
                  <a:latin typeface="Arial" panose="020B0604020202020204" pitchFamily="34" charset="0"/>
                  <a:cs typeface="Arial" panose="020B0604020202020204" pitchFamily="34" charset="0"/>
                </a:rPr>
                <a:t> Storage</a:t>
              </a:r>
              <a:r>
                <a:rPr sz="1600" spc="-45"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a:t>
              </a:r>
              <a:r>
                <a:rPr sz="1600" b="1" spc="5" dirty="0">
                  <a:solidFill>
                    <a:srgbClr val="FFFFFF"/>
                  </a:solidFill>
                  <a:latin typeface="Arial" panose="020B0604020202020204" pitchFamily="34" charset="0"/>
                  <a:cs typeface="Arial" panose="020B0604020202020204" pitchFamily="34" charset="0"/>
                </a:rPr>
                <a:t>)</a:t>
              </a:r>
              <a:endParaRPr sz="1600" dirty="0">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8EA9DC1F-9BDC-7ACE-B865-D3891CF9B0C5}"/>
                </a:ext>
              </a:extLst>
            </p:cNvPr>
            <p:cNvGrpSpPr/>
            <p:nvPr/>
          </p:nvGrpSpPr>
          <p:grpSpPr>
            <a:xfrm>
              <a:off x="6956171" y="5279915"/>
              <a:ext cx="288291" cy="36830"/>
              <a:chOff x="6354533" y="4661169"/>
              <a:chExt cx="288291" cy="36830"/>
            </a:xfrm>
          </p:grpSpPr>
          <p:sp>
            <p:nvSpPr>
              <p:cNvPr id="25" name="object 12">
                <a:extLst>
                  <a:ext uri="{FF2B5EF4-FFF2-40B4-BE49-F238E27FC236}">
                    <a16:creationId xmlns:a16="http://schemas.microsoft.com/office/drawing/2014/main" id="{978C0703-466A-B34C-D0D0-18F0F814DC2E}"/>
                  </a:ext>
                </a:extLst>
              </p:cNvPr>
              <p:cNvSpPr/>
              <p:nvPr/>
            </p:nvSpPr>
            <p:spPr>
              <a:xfrm>
                <a:off x="6354533" y="4661169"/>
                <a:ext cx="36830" cy="36830"/>
              </a:xfrm>
              <a:custGeom>
                <a:avLst/>
                <a:gdLst/>
                <a:ahLst/>
                <a:cxnLst/>
                <a:rect l="l" t="t" r="r" b="b"/>
                <a:pathLst>
                  <a:path w="36829" h="36830">
                    <a:moveTo>
                      <a:pt x="0" y="18287"/>
                    </a:moveTo>
                    <a:lnTo>
                      <a:pt x="1428" y="11144"/>
                    </a:lnTo>
                    <a:lnTo>
                      <a:pt x="5334"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4" y="31241"/>
                    </a:lnTo>
                    <a:lnTo>
                      <a:pt x="1428" y="25431"/>
                    </a:lnTo>
                    <a:lnTo>
                      <a:pt x="0" y="18287"/>
                    </a:lnTo>
                    <a:close/>
                  </a:path>
                </a:pathLst>
              </a:custGeom>
              <a:ln w="9144">
                <a:solidFill>
                  <a:srgbClr val="000000"/>
                </a:solidFill>
              </a:ln>
            </p:spPr>
            <p:txBody>
              <a:bodyPr wrap="square" lIns="0" tIns="0" rIns="0" bIns="0" rtlCol="0"/>
              <a:lstStyle/>
              <a:p>
                <a:pPr algn="ctr"/>
                <a:endParaRPr/>
              </a:p>
            </p:txBody>
          </p:sp>
          <p:sp>
            <p:nvSpPr>
              <p:cNvPr id="27" name="object 14">
                <a:extLst>
                  <a:ext uri="{FF2B5EF4-FFF2-40B4-BE49-F238E27FC236}">
                    <a16:creationId xmlns:a16="http://schemas.microsoft.com/office/drawing/2014/main" id="{7E8FCA80-542B-FBDF-7CC6-72AA056071BD}"/>
                  </a:ext>
                </a:extLst>
              </p:cNvPr>
              <p:cNvSpPr/>
              <p:nvPr/>
            </p:nvSpPr>
            <p:spPr>
              <a:xfrm>
                <a:off x="6479501" y="4661169"/>
                <a:ext cx="36830" cy="36830"/>
              </a:xfrm>
              <a:custGeom>
                <a:avLst/>
                <a:gdLst/>
                <a:ahLst/>
                <a:cxnLst/>
                <a:rect l="l" t="t" r="r" b="b"/>
                <a:pathLst>
                  <a:path w="36829" h="36830">
                    <a:moveTo>
                      <a:pt x="0" y="18287"/>
                    </a:moveTo>
                    <a:lnTo>
                      <a:pt x="1428" y="11144"/>
                    </a:lnTo>
                    <a:lnTo>
                      <a:pt x="5334"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4" y="31241"/>
                    </a:lnTo>
                    <a:lnTo>
                      <a:pt x="1428" y="25431"/>
                    </a:lnTo>
                    <a:lnTo>
                      <a:pt x="0" y="18287"/>
                    </a:lnTo>
                    <a:close/>
                  </a:path>
                </a:pathLst>
              </a:custGeom>
              <a:ln w="9144">
                <a:solidFill>
                  <a:srgbClr val="000000"/>
                </a:solidFill>
              </a:ln>
            </p:spPr>
            <p:txBody>
              <a:bodyPr wrap="square" lIns="0" tIns="0" rIns="0" bIns="0" rtlCol="0"/>
              <a:lstStyle/>
              <a:p>
                <a:pPr algn="ctr"/>
                <a:endParaRPr/>
              </a:p>
            </p:txBody>
          </p:sp>
          <p:sp>
            <p:nvSpPr>
              <p:cNvPr id="29" name="object 16">
                <a:extLst>
                  <a:ext uri="{FF2B5EF4-FFF2-40B4-BE49-F238E27FC236}">
                    <a16:creationId xmlns:a16="http://schemas.microsoft.com/office/drawing/2014/main" id="{65BBE7C1-BB60-8DB0-78F8-A0C8FEF07344}"/>
                  </a:ext>
                </a:extLst>
              </p:cNvPr>
              <p:cNvSpPr/>
              <p:nvPr/>
            </p:nvSpPr>
            <p:spPr>
              <a:xfrm>
                <a:off x="6605994" y="4661169"/>
                <a:ext cx="36830" cy="36830"/>
              </a:xfrm>
              <a:custGeom>
                <a:avLst/>
                <a:gdLst/>
                <a:ahLst/>
                <a:cxnLst/>
                <a:rect l="l" t="t" r="r" b="b"/>
                <a:pathLst>
                  <a:path w="36829" h="36830">
                    <a:moveTo>
                      <a:pt x="0" y="18287"/>
                    </a:moveTo>
                    <a:lnTo>
                      <a:pt x="1428" y="11144"/>
                    </a:lnTo>
                    <a:lnTo>
                      <a:pt x="5333"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3" y="31241"/>
                    </a:lnTo>
                    <a:lnTo>
                      <a:pt x="1428" y="25431"/>
                    </a:lnTo>
                    <a:lnTo>
                      <a:pt x="0" y="18287"/>
                    </a:lnTo>
                    <a:close/>
                  </a:path>
                </a:pathLst>
              </a:custGeom>
              <a:ln w="9144">
                <a:solidFill>
                  <a:srgbClr val="000000"/>
                </a:solidFill>
              </a:ln>
            </p:spPr>
            <p:txBody>
              <a:bodyPr wrap="square" lIns="0" tIns="0" rIns="0" bIns="0" rtlCol="0"/>
              <a:lstStyle/>
              <a:p>
                <a:pPr algn="ctr"/>
                <a:endParaRPr/>
              </a:p>
            </p:txBody>
          </p:sp>
        </p:grpSp>
        <p:sp>
          <p:nvSpPr>
            <p:cNvPr id="22" name="object 9">
              <a:extLst>
                <a:ext uri="{FF2B5EF4-FFF2-40B4-BE49-F238E27FC236}">
                  <a16:creationId xmlns:a16="http://schemas.microsoft.com/office/drawing/2014/main" id="{F0AB51A9-BE60-E6E3-9CF0-5016DC8827BC}"/>
                </a:ext>
              </a:extLst>
            </p:cNvPr>
            <p:cNvSpPr txBox="1"/>
            <p:nvPr/>
          </p:nvSpPr>
          <p:spPr>
            <a:xfrm>
              <a:off x="7846964" y="5097068"/>
              <a:ext cx="914400" cy="457200"/>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N</a:t>
              </a:r>
              <a:endParaRPr sz="1400" b="1" dirty="0">
                <a:latin typeface="Arial"/>
                <a:cs typeface="Arial"/>
              </a:endParaRPr>
            </a:p>
          </p:txBody>
        </p:sp>
        <p:sp>
          <p:nvSpPr>
            <p:cNvPr id="9" name="object 4">
              <a:extLst>
                <a:ext uri="{FF2B5EF4-FFF2-40B4-BE49-F238E27FC236}">
                  <a16:creationId xmlns:a16="http://schemas.microsoft.com/office/drawing/2014/main" id="{AADF3792-21F2-62F9-5E97-F3E2F2CE39D5}"/>
                </a:ext>
              </a:extLst>
            </p:cNvPr>
            <p:cNvSpPr txBox="1"/>
            <p:nvPr/>
          </p:nvSpPr>
          <p:spPr>
            <a:xfrm>
              <a:off x="3338538" y="5580667"/>
              <a:ext cx="5422826" cy="314189"/>
            </a:xfrm>
            <a:prstGeom prst="rect">
              <a:avLst/>
            </a:prstGeom>
            <a:solidFill>
              <a:srgbClr val="00B050"/>
            </a:solidFill>
            <a:ln w="12192">
              <a:noFill/>
            </a:ln>
          </p:spPr>
          <p:txBody>
            <a:bodyPr vert="horz" wrap="square" lIns="0" tIns="67310" rIns="0" bIns="0" rtlCol="0">
              <a:spAutoFit/>
            </a:bodyPr>
            <a:lstStyle/>
            <a:p>
              <a:pPr marL="80010" algn="ctr">
                <a:lnSpc>
                  <a:spcPct val="100000"/>
                </a:lnSpc>
                <a:spcBef>
                  <a:spcPts val="530"/>
                </a:spcBef>
              </a:pPr>
              <a:r>
                <a:rPr lang="en-US" sz="1600" spc="-10" dirty="0">
                  <a:solidFill>
                    <a:srgbClr val="FFFFFF"/>
                  </a:solidFill>
                  <a:latin typeface="Arial" panose="020B0604020202020204" pitchFamily="34" charset="0"/>
                  <a:cs typeface="Arial" panose="020B0604020202020204" pitchFamily="34" charset="0"/>
                </a:rPr>
                <a:t>Host Operating System</a:t>
              </a:r>
              <a:endParaRPr sz="1600" dirty="0">
                <a:latin typeface="Arial" panose="020B0604020202020204" pitchFamily="34" charset="0"/>
                <a:cs typeface="Arial" panose="020B0604020202020204" pitchFamily="34" charset="0"/>
              </a:endParaRPr>
            </a:p>
          </p:txBody>
        </p:sp>
        <p:sp>
          <p:nvSpPr>
            <p:cNvPr id="20" name="object 9">
              <a:extLst>
                <a:ext uri="{FF2B5EF4-FFF2-40B4-BE49-F238E27FC236}">
                  <a16:creationId xmlns:a16="http://schemas.microsoft.com/office/drawing/2014/main" id="{17BFBB05-22DF-7420-29CF-DCE95D1FA64D}"/>
                </a:ext>
              </a:extLst>
            </p:cNvPr>
            <p:cNvSpPr txBox="1"/>
            <p:nvPr/>
          </p:nvSpPr>
          <p:spPr>
            <a:xfrm>
              <a:off x="3324046" y="5079815"/>
              <a:ext cx="914400" cy="457200"/>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1</a:t>
              </a:r>
              <a:endParaRPr sz="1400" b="1" dirty="0">
                <a:latin typeface="Arial"/>
                <a:cs typeface="Arial"/>
              </a:endParaRPr>
            </a:p>
          </p:txBody>
        </p:sp>
        <p:sp>
          <p:nvSpPr>
            <p:cNvPr id="18" name="object 9">
              <a:extLst>
                <a:ext uri="{FF2B5EF4-FFF2-40B4-BE49-F238E27FC236}">
                  <a16:creationId xmlns:a16="http://schemas.microsoft.com/office/drawing/2014/main" id="{26C3E328-05E7-7747-36C2-D621321F6F99}"/>
                </a:ext>
              </a:extLst>
            </p:cNvPr>
            <p:cNvSpPr txBox="1"/>
            <p:nvPr/>
          </p:nvSpPr>
          <p:spPr>
            <a:xfrm>
              <a:off x="4450411" y="5079815"/>
              <a:ext cx="914400" cy="457200"/>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2</a:t>
              </a:r>
              <a:endParaRPr sz="1400" b="1" dirty="0">
                <a:latin typeface="Arial"/>
                <a:cs typeface="Arial"/>
              </a:endParaRPr>
            </a:p>
          </p:txBody>
        </p:sp>
        <p:sp>
          <p:nvSpPr>
            <p:cNvPr id="16" name="object 9">
              <a:extLst>
                <a:ext uri="{FF2B5EF4-FFF2-40B4-BE49-F238E27FC236}">
                  <a16:creationId xmlns:a16="http://schemas.microsoft.com/office/drawing/2014/main" id="{331D75CC-82DF-E8ED-CDDD-B1D45F1A5427}"/>
                </a:ext>
              </a:extLst>
            </p:cNvPr>
            <p:cNvSpPr txBox="1"/>
            <p:nvPr/>
          </p:nvSpPr>
          <p:spPr>
            <a:xfrm>
              <a:off x="5585505" y="5079815"/>
              <a:ext cx="914400" cy="457200"/>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3</a:t>
              </a:r>
              <a:endParaRPr sz="1400" b="1" dirty="0">
                <a:latin typeface="Arial"/>
                <a:cs typeface="Arial"/>
              </a:endParaRPr>
            </a:p>
          </p:txBody>
        </p:sp>
      </p:grpSp>
    </p:spTree>
    <p:custDataLst>
      <p:tags r:id="rId1"/>
    </p:custDataLst>
    <p:extLst>
      <p:ext uri="{BB962C8B-B14F-4D97-AF65-F5344CB8AC3E}">
        <p14:creationId xmlns:p14="http://schemas.microsoft.com/office/powerpoint/2010/main" val="513653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77F0-33E6-44EB-900A-C51AA6021E0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3786702-D941-85B0-0D7E-7FAFE970D4A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What is Virtualization?</a:t>
            </a:r>
          </a:p>
        </p:txBody>
      </p:sp>
      <p:sp>
        <p:nvSpPr>
          <p:cNvPr id="3" name="Slide Number Placeholder 2">
            <a:extLst>
              <a:ext uri="{FF2B5EF4-FFF2-40B4-BE49-F238E27FC236}">
                <a16:creationId xmlns:a16="http://schemas.microsoft.com/office/drawing/2014/main" id="{263923F3-4E1D-E9BB-0AF3-0ADFE81ADAD1}"/>
              </a:ext>
            </a:extLst>
          </p:cNvPr>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E7E0301F-294C-3F70-0A04-13B5515C36C9}"/>
              </a:ext>
            </a:extLst>
          </p:cNvPr>
          <p:cNvSpPr txBox="1">
            <a:spLocks noChangeArrowheads="1"/>
          </p:cNvSpPr>
          <p:nvPr/>
        </p:nvSpPr>
        <p:spPr>
          <a:xfrm>
            <a:off x="632150" y="1453241"/>
            <a:ext cx="10357903" cy="485072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Virtualization abstracts the underlying physical structure of various technologies. Virtualization, in computing, is the creation of a virtual (rather than actual) version of something, such as a hardware platform, operating system, a storage device or network resources.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Server virtualization</a:t>
            </a:r>
          </a:p>
          <a:p>
            <a:pPr lvl="1" algn="just"/>
            <a:r>
              <a:rPr lang="en-US" dirty="0">
                <a:latin typeface="Arial" panose="020B0604020202020204" pitchFamily="34" charset="0"/>
                <a:cs typeface="Arial" panose="020B0604020202020204" pitchFamily="34" charset="0"/>
              </a:rPr>
              <a:t>Creates multiple isolated environments</a:t>
            </a:r>
          </a:p>
          <a:p>
            <a:pPr lvl="1" algn="just"/>
            <a:r>
              <a:rPr lang="en-US" dirty="0">
                <a:latin typeface="Arial" panose="020B0604020202020204" pitchFamily="34" charset="0"/>
                <a:cs typeface="Arial" panose="020B0604020202020204" pitchFamily="34" charset="0"/>
              </a:rPr>
              <a:t>Allows multiple OS’s and workloads to run on the same physical hardware</a:t>
            </a:r>
          </a:p>
          <a:p>
            <a:pPr lvl="1" algn="just"/>
            <a:r>
              <a:rPr lang="en-US" dirty="0">
                <a:latin typeface="Arial" panose="020B0604020202020204" pitchFamily="34" charset="0"/>
                <a:cs typeface="Arial" panose="020B0604020202020204" pitchFamily="34" charset="0"/>
              </a:rPr>
              <a:t>Solves the problem of tight coupling between OS’s and hardware</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73038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0B1D-698E-161B-E900-CE34423385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CB8DAEF-0868-F4CA-FDF8-D0C90FF83EB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Virtualization Basics</a:t>
            </a:r>
          </a:p>
        </p:txBody>
      </p:sp>
      <p:sp>
        <p:nvSpPr>
          <p:cNvPr id="3" name="Slide Number Placeholder 2">
            <a:extLst>
              <a:ext uri="{FF2B5EF4-FFF2-40B4-BE49-F238E27FC236}">
                <a16:creationId xmlns:a16="http://schemas.microsoft.com/office/drawing/2014/main" id="{A3F0CE91-4A57-5523-3169-DE82BFE28E0F}"/>
              </a:ext>
            </a:extLst>
          </p:cNvPr>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434F488D-9D11-E6B3-F986-BF1182416B0B}"/>
              </a:ext>
            </a:extLst>
          </p:cNvPr>
          <p:cNvSpPr txBox="1">
            <a:spLocks noChangeArrowheads="1"/>
          </p:cNvSpPr>
          <p:nvPr/>
        </p:nvSpPr>
        <p:spPr>
          <a:xfrm>
            <a:off x="632150" y="1453241"/>
            <a:ext cx="10357903" cy="4850721"/>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A virtual machine is a software computer that, like a physical computer, runs an operating system and applications. </a:t>
            </a:r>
          </a:p>
          <a:p>
            <a:pPr algn="just">
              <a:spcBef>
                <a:spcPts val="1200"/>
              </a:spcBef>
            </a:pPr>
            <a:r>
              <a:rPr lang="en-US" dirty="0">
                <a:latin typeface="Arial" panose="020B0604020202020204" pitchFamily="34" charset="0"/>
                <a:cs typeface="Arial" panose="020B0604020202020204" pitchFamily="34" charset="0"/>
              </a:rPr>
              <a:t>Each virtual machine contains its own virtual, or software-based, hardware, including a virtual CPU, memory, hard disk, and network interface card. </a:t>
            </a:r>
          </a:p>
          <a:p>
            <a:pPr algn="just">
              <a:spcBef>
                <a:spcPts val="1200"/>
              </a:spcBef>
            </a:pPr>
            <a:r>
              <a:rPr lang="en-US" dirty="0">
                <a:latin typeface="Arial" panose="020B0604020202020204" pitchFamily="34" charset="0"/>
                <a:cs typeface="Arial" panose="020B0604020202020204" pitchFamily="34" charset="0"/>
              </a:rPr>
              <a:t>Virtualization is a technique of how to separate a service from the underlying physical delivery of that service. It is the process of creating a virtual version of something like computer hardware. </a:t>
            </a:r>
          </a:p>
          <a:p>
            <a:pPr algn="just">
              <a:spcBef>
                <a:spcPts val="1200"/>
              </a:spcBef>
            </a:pPr>
            <a:r>
              <a:rPr lang="en-US" dirty="0">
                <a:latin typeface="Arial" panose="020B0604020202020204" pitchFamily="34" charset="0"/>
                <a:cs typeface="Arial" panose="020B0604020202020204" pitchFamily="34" charset="0"/>
              </a:rPr>
              <a:t>With the help of Virtualization, multiple operating systems and applications can run on same machine and its same hardware at the same time, increasing the utilization and flexibility of hardware. </a:t>
            </a:r>
          </a:p>
          <a:p>
            <a:pPr algn="just"/>
            <a:endParaRPr lang="en-US" dirty="0">
              <a:latin typeface="Arial" panose="020B0604020202020204" pitchFamily="34" charset="0"/>
              <a:cs typeface="Arial" panose="020B0604020202020204" pitchFamily="34" charset="0"/>
            </a:endParaRPr>
          </a:p>
          <a:p>
            <a:pPr algn="just"/>
            <a:r>
              <a:rPr lang="en-US" sz="2000" i="1" dirty="0">
                <a:latin typeface="Arial" panose="020B0604020202020204" pitchFamily="34" charset="0"/>
                <a:cs typeface="Arial" panose="020B0604020202020204" pitchFamily="34" charset="0"/>
              </a:rPr>
              <a:t>One of the main cost effective, hardware reducing, and energy saving techniques used by cloud providers is virtualization </a:t>
            </a:r>
            <a:endParaRPr lang="en-US" i="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914851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043C6-47AC-E352-0E51-B852CDAB1D8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F62F901-2548-8FF9-14DE-4D20D791B98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Virtualization Basics</a:t>
            </a:r>
          </a:p>
        </p:txBody>
      </p:sp>
      <p:sp>
        <p:nvSpPr>
          <p:cNvPr id="3" name="Slide Number Placeholder 2">
            <a:extLst>
              <a:ext uri="{FF2B5EF4-FFF2-40B4-BE49-F238E27FC236}">
                <a16:creationId xmlns:a16="http://schemas.microsoft.com/office/drawing/2014/main" id="{EB47B1B4-6B0B-356A-B6A2-B693FDAC87E6}"/>
              </a:ext>
            </a:extLst>
          </p:cNvPr>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54F8A6A9-D146-1742-EEEF-A9F70BCC85FE}"/>
              </a:ext>
            </a:extLst>
          </p:cNvPr>
          <p:cNvSpPr txBox="1">
            <a:spLocks noChangeArrowheads="1"/>
          </p:cNvSpPr>
          <p:nvPr/>
        </p:nvSpPr>
        <p:spPr>
          <a:xfrm>
            <a:off x="632150" y="1453241"/>
            <a:ext cx="10357903" cy="485072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Virtualization allows to share a single physical instance of a resource or an application among multiple customers and organizations at one time.  </a:t>
            </a:r>
          </a:p>
          <a:p>
            <a:pPr algn="just">
              <a:spcBef>
                <a:spcPts val="1200"/>
              </a:spcBef>
            </a:pPr>
            <a:r>
              <a:rPr lang="en-US" dirty="0">
                <a:latin typeface="Arial" panose="020B0604020202020204" pitchFamily="34" charset="0"/>
                <a:cs typeface="Arial" panose="020B0604020202020204" pitchFamily="34" charset="0"/>
              </a:rPr>
              <a:t>It does this by assigning a logical name to a physical storage and providing a pointer to that physical resource on demand.  </a:t>
            </a:r>
          </a:p>
          <a:p>
            <a:pPr algn="just">
              <a:spcBef>
                <a:spcPts val="1200"/>
              </a:spcBef>
            </a:pPr>
            <a:r>
              <a:rPr lang="en-US" dirty="0">
                <a:latin typeface="Arial" panose="020B0604020202020204" pitchFamily="34" charset="0"/>
                <a:cs typeface="Arial" panose="020B0604020202020204" pitchFamily="34" charset="0"/>
              </a:rPr>
              <a:t>The term virtualization is often synonymous with hardware virtualization, which plays a fundamental role in efficiently delivering Infrastructure-as-a-Service (IaaS) solutions for cloud computing.  </a:t>
            </a:r>
          </a:p>
          <a:p>
            <a:pPr algn="just">
              <a:spcBef>
                <a:spcPts val="1200"/>
              </a:spcBef>
            </a:pPr>
            <a:r>
              <a:rPr lang="en-US" dirty="0">
                <a:latin typeface="Arial" panose="020B0604020202020204" pitchFamily="34" charset="0"/>
                <a:cs typeface="Arial" panose="020B0604020202020204" pitchFamily="34" charset="0"/>
              </a:rPr>
              <a:t>Moreover, virtualization technologies provide a virtual environment for not only executing applications but also for storage, memory, and networking.</a:t>
            </a:r>
          </a:p>
          <a:p>
            <a:pPr algn="just">
              <a:spcBef>
                <a:spcPts val="1200"/>
              </a:spcBef>
            </a:pPr>
            <a:endParaRPr lang="en-US" dirty="0">
              <a:latin typeface="Arial" panose="020B0604020202020204" pitchFamily="34" charset="0"/>
              <a:cs typeface="Arial" panose="020B0604020202020204" pitchFamily="34" charset="0"/>
            </a:endParaRPr>
          </a:p>
          <a:p>
            <a:pPr algn="just"/>
            <a:r>
              <a:rPr lang="en-US" sz="2000" i="1" dirty="0">
                <a:latin typeface="Arial" panose="020B0604020202020204" pitchFamily="34" charset="0"/>
                <a:cs typeface="Arial" panose="020B0604020202020204" pitchFamily="34" charset="0"/>
              </a:rPr>
              <a:t>The machine on which the virtual machine is going to be built is known as Host Machine and that virtual machine is referred as a Guest Machine.</a:t>
            </a:r>
            <a:endParaRPr lang="en-US" i="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6663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FA3D-EC0D-95BF-8E05-82D204203B2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21A031A-21CD-92E2-EC8B-4A8B758D282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The Virtual Server Concept</a:t>
            </a:r>
          </a:p>
        </p:txBody>
      </p:sp>
      <p:sp>
        <p:nvSpPr>
          <p:cNvPr id="3" name="Slide Number Placeholder 2">
            <a:extLst>
              <a:ext uri="{FF2B5EF4-FFF2-40B4-BE49-F238E27FC236}">
                <a16:creationId xmlns:a16="http://schemas.microsoft.com/office/drawing/2014/main" id="{7CAF0C5B-FDE8-623C-2EDB-34443117B409}"/>
              </a:ext>
            </a:extLst>
          </p:cNvPr>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B37584B1-420E-1348-FFED-E10CD7C6E1CD}"/>
              </a:ext>
            </a:extLst>
          </p:cNvPr>
          <p:cNvSpPr txBox="1">
            <a:spLocks noChangeArrowheads="1"/>
          </p:cNvSpPr>
          <p:nvPr/>
        </p:nvSpPr>
        <p:spPr>
          <a:xfrm>
            <a:off x="632151" y="1453241"/>
            <a:ext cx="1034064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Hardware-independence of operating system and applications</a:t>
            </a:r>
          </a:p>
          <a:p>
            <a:pPr algn="just"/>
            <a:r>
              <a:rPr lang="en-US" dirty="0">
                <a:latin typeface="Arial" panose="020B0604020202020204" pitchFamily="34" charset="0"/>
                <a:cs typeface="Arial" panose="020B0604020202020204" pitchFamily="34" charset="0"/>
              </a:rPr>
              <a:t>Virtual machines can be provisioned to any system</a:t>
            </a:r>
          </a:p>
          <a:p>
            <a:pPr algn="just"/>
            <a:r>
              <a:rPr lang="en-US" dirty="0">
                <a:latin typeface="Arial" panose="020B0604020202020204" pitchFamily="34" charset="0"/>
                <a:cs typeface="Arial" panose="020B0604020202020204" pitchFamily="34" charset="0"/>
              </a:rPr>
              <a:t>Can manage OS and application as a single unit by encapsulating them into virtual machines</a:t>
            </a:r>
          </a:p>
          <a:p>
            <a:pPr algn="just"/>
            <a:endParaRPr lang="en-US" dirty="0">
              <a:latin typeface="Arial" panose="020B0604020202020204" pitchFamily="34" charset="0"/>
              <a:cs typeface="Arial" panose="020B0604020202020204" pitchFamily="34" charset="0"/>
            </a:endParaRPr>
          </a:p>
          <a:p>
            <a:pPr marL="411480" lvl="1" indent="0" algn="just">
              <a:buNone/>
            </a:pPr>
            <a:endParaRPr lang="en-US" dirty="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D8FF9C69-D45D-4B58-2F71-3D88682373FF}"/>
              </a:ext>
            </a:extLst>
          </p:cNvPr>
          <p:cNvGrpSpPr/>
          <p:nvPr/>
        </p:nvGrpSpPr>
        <p:grpSpPr>
          <a:xfrm>
            <a:off x="2320406" y="3870026"/>
            <a:ext cx="6400800" cy="2433936"/>
            <a:chOff x="3183262" y="4118212"/>
            <a:chExt cx="6400800" cy="2433936"/>
          </a:xfrm>
        </p:grpSpPr>
        <p:sp>
          <p:nvSpPr>
            <p:cNvPr id="7" name="object 4">
              <a:extLst>
                <a:ext uri="{FF2B5EF4-FFF2-40B4-BE49-F238E27FC236}">
                  <a16:creationId xmlns:a16="http://schemas.microsoft.com/office/drawing/2014/main" id="{11CE3DCB-83CF-B882-B594-CCDE20B9EF54}"/>
                </a:ext>
              </a:extLst>
            </p:cNvPr>
            <p:cNvSpPr txBox="1"/>
            <p:nvPr/>
          </p:nvSpPr>
          <p:spPr>
            <a:xfrm>
              <a:off x="3338538" y="5927618"/>
              <a:ext cx="5422826" cy="624530"/>
            </a:xfrm>
            <a:prstGeom prst="rect">
              <a:avLst/>
            </a:prstGeom>
            <a:solidFill>
              <a:srgbClr val="1694E2"/>
            </a:solidFill>
            <a:ln w="12192">
              <a:noFill/>
            </a:ln>
          </p:spPr>
          <p:txBody>
            <a:bodyPr vert="horz" wrap="square" lIns="0" tIns="67310" rIns="0" bIns="0" rtlCol="0">
              <a:spAutoFit/>
            </a:bodyPr>
            <a:lstStyle/>
            <a:p>
              <a:pPr marL="80010" algn="ctr">
                <a:lnSpc>
                  <a:spcPct val="100000"/>
                </a:lnSpc>
                <a:spcBef>
                  <a:spcPts val="530"/>
                </a:spcBef>
              </a:pPr>
              <a:r>
                <a:rPr sz="1600" b="1" spc="-10" dirty="0">
                  <a:solidFill>
                    <a:srgbClr val="FFFFFF"/>
                  </a:solidFill>
                  <a:latin typeface="Arial" panose="020B0604020202020204" pitchFamily="34" charset="0"/>
                  <a:cs typeface="Arial" panose="020B0604020202020204" pitchFamily="34" charset="0"/>
                </a:rPr>
                <a:t>Physical</a:t>
              </a:r>
              <a:r>
                <a:rPr sz="1600" b="1" spc="10" dirty="0">
                  <a:solidFill>
                    <a:srgbClr val="FFFFFF"/>
                  </a:solidFill>
                  <a:latin typeface="Arial" panose="020B0604020202020204" pitchFamily="34" charset="0"/>
                  <a:cs typeface="Arial" panose="020B0604020202020204" pitchFamily="34" charset="0"/>
                </a:rPr>
                <a:t> </a:t>
              </a:r>
              <a:r>
                <a:rPr lang="en-US" sz="1600" b="1" spc="-5" dirty="0">
                  <a:solidFill>
                    <a:srgbClr val="FFFFFF"/>
                  </a:solidFill>
                  <a:latin typeface="Arial" panose="020B0604020202020204" pitchFamily="34" charset="0"/>
                  <a:cs typeface="Arial" panose="020B0604020202020204" pitchFamily="34" charset="0"/>
                </a:rPr>
                <a:t>Infrastructure</a:t>
              </a:r>
              <a:r>
                <a:rPr sz="1600" b="1" spc="-5" dirty="0">
                  <a:solidFill>
                    <a:srgbClr val="FFFFFF"/>
                  </a:solidFill>
                  <a:latin typeface="Arial" panose="020B0604020202020204" pitchFamily="34" charset="0"/>
                  <a:cs typeface="Arial" panose="020B0604020202020204" pitchFamily="34" charset="0"/>
                </a:rPr>
                <a:t> </a:t>
              </a:r>
              <a:endParaRPr lang="en-US" sz="1600" b="1" spc="-5" dirty="0">
                <a:solidFill>
                  <a:srgbClr val="FFFFFF"/>
                </a:solidFill>
                <a:latin typeface="Arial" panose="020B0604020202020204" pitchFamily="34" charset="0"/>
                <a:cs typeface="Arial" panose="020B0604020202020204" pitchFamily="34" charset="0"/>
              </a:endParaRPr>
            </a:p>
            <a:p>
              <a:pPr marL="80010" algn="ctr">
                <a:lnSpc>
                  <a:spcPct val="100000"/>
                </a:lnSpc>
                <a:spcBef>
                  <a:spcPts val="530"/>
                </a:spcBef>
              </a:pPr>
              <a:r>
                <a:rPr sz="1600" b="1" dirty="0">
                  <a:solidFill>
                    <a:srgbClr val="FFFFFF"/>
                  </a:solidFill>
                  <a:latin typeface="Arial" panose="020B0604020202020204" pitchFamily="34" charset="0"/>
                  <a:cs typeface="Arial" panose="020B0604020202020204" pitchFamily="34" charset="0"/>
                </a:rPr>
                <a:t>(</a:t>
              </a:r>
              <a:r>
                <a:rPr sz="1600" dirty="0">
                  <a:solidFill>
                    <a:srgbClr val="FFFFFF"/>
                  </a:solidFill>
                  <a:latin typeface="Arial" panose="020B0604020202020204" pitchFamily="34" charset="0"/>
                  <a:cs typeface="Arial" panose="020B0604020202020204" pitchFamily="34" charset="0"/>
                </a:rPr>
                <a:t>Processor,</a:t>
              </a:r>
              <a:r>
                <a:rPr sz="1600" spc="-40" dirty="0">
                  <a:solidFill>
                    <a:srgbClr val="FFFFFF"/>
                  </a:solidFill>
                  <a:latin typeface="Arial" panose="020B0604020202020204" pitchFamily="34" charset="0"/>
                  <a:cs typeface="Arial" panose="020B0604020202020204" pitchFamily="34" charset="0"/>
                </a:rPr>
                <a:t> </a:t>
              </a:r>
              <a:r>
                <a:rPr sz="1600" spc="-10" dirty="0">
                  <a:solidFill>
                    <a:srgbClr val="FFFFFF"/>
                  </a:solidFill>
                  <a:latin typeface="Arial" panose="020B0604020202020204" pitchFamily="34" charset="0"/>
                  <a:cs typeface="Arial" panose="020B0604020202020204" pitchFamily="34" charset="0"/>
                </a:rPr>
                <a:t>RAM,</a:t>
              </a:r>
              <a:r>
                <a:rPr sz="1600" spc="15"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Memory,</a:t>
              </a:r>
              <a:r>
                <a:rPr sz="1600" dirty="0">
                  <a:solidFill>
                    <a:srgbClr val="FFFFFF"/>
                  </a:solidFill>
                  <a:latin typeface="Arial" panose="020B0604020202020204" pitchFamily="34" charset="0"/>
                  <a:cs typeface="Arial" panose="020B0604020202020204" pitchFamily="34" charset="0"/>
                </a:rPr>
                <a:t> Network,</a:t>
              </a:r>
              <a:r>
                <a:rPr sz="1600" spc="-30"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Chipset,</a:t>
              </a:r>
              <a:r>
                <a:rPr sz="1600" dirty="0">
                  <a:solidFill>
                    <a:srgbClr val="FFFFFF"/>
                  </a:solidFill>
                  <a:latin typeface="Arial" panose="020B0604020202020204" pitchFamily="34" charset="0"/>
                  <a:cs typeface="Arial" panose="020B0604020202020204" pitchFamily="34" charset="0"/>
                </a:rPr>
                <a:t> Storage</a:t>
              </a:r>
              <a:r>
                <a:rPr sz="1600" spc="-45"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a:t>
              </a:r>
              <a:r>
                <a:rPr sz="1600" b="1" spc="5" dirty="0">
                  <a:solidFill>
                    <a:srgbClr val="FFFFFF"/>
                  </a:solidFill>
                  <a:latin typeface="Arial" panose="020B0604020202020204" pitchFamily="34" charset="0"/>
                  <a:cs typeface="Arial" panose="020B0604020202020204" pitchFamily="34" charset="0"/>
                </a:rPr>
                <a:t>)</a:t>
              </a:r>
              <a:endParaRPr sz="1600" dirty="0">
                <a:latin typeface="Arial" panose="020B0604020202020204" pitchFamily="34" charset="0"/>
                <a:cs typeface="Arial" panose="020B0604020202020204" pitchFamily="34" charset="0"/>
              </a:endParaRPr>
            </a:p>
          </p:txBody>
        </p:sp>
        <p:sp>
          <p:nvSpPr>
            <p:cNvPr id="8" name="object 6">
              <a:extLst>
                <a:ext uri="{FF2B5EF4-FFF2-40B4-BE49-F238E27FC236}">
                  <a16:creationId xmlns:a16="http://schemas.microsoft.com/office/drawing/2014/main" id="{4D544BEC-CB07-C857-1A6D-9BE06D8FF5F3}"/>
                </a:ext>
              </a:extLst>
            </p:cNvPr>
            <p:cNvSpPr txBox="1"/>
            <p:nvPr/>
          </p:nvSpPr>
          <p:spPr>
            <a:xfrm>
              <a:off x="3346158" y="5192701"/>
              <a:ext cx="5415206" cy="344325"/>
            </a:xfrm>
            <a:prstGeom prst="rect">
              <a:avLst/>
            </a:prstGeom>
            <a:solidFill>
              <a:schemeClr val="accent2">
                <a:lumMod val="50000"/>
              </a:schemeClr>
            </a:solidFill>
            <a:ln>
              <a:noFill/>
            </a:ln>
          </p:spPr>
          <p:txBody>
            <a:bodyPr vert="horz" wrap="square" lIns="0" tIns="97155" rIns="0" bIns="0" rtlCol="0">
              <a:spAutoFit/>
            </a:bodyPr>
            <a:lstStyle/>
            <a:p>
              <a:pPr marL="74295" algn="ctr">
                <a:lnSpc>
                  <a:spcPct val="100000"/>
                </a:lnSpc>
                <a:spcBef>
                  <a:spcPts val="765"/>
                </a:spcBef>
              </a:pPr>
              <a:r>
                <a:rPr lang="en-US" sz="1600" spc="-5" dirty="0">
                  <a:solidFill>
                    <a:schemeClr val="bg1"/>
                  </a:solidFill>
                  <a:latin typeface="Arial"/>
                  <a:cs typeface="Arial"/>
                </a:rPr>
                <a:t>Hypervisor</a:t>
              </a:r>
              <a:r>
                <a:rPr sz="1600" spc="-25" dirty="0">
                  <a:solidFill>
                    <a:schemeClr val="bg1"/>
                  </a:solidFill>
                  <a:latin typeface="Arial"/>
                  <a:cs typeface="Arial"/>
                </a:rPr>
                <a:t> </a:t>
              </a:r>
              <a:r>
                <a:rPr sz="1600" dirty="0">
                  <a:solidFill>
                    <a:schemeClr val="bg1"/>
                  </a:solidFill>
                  <a:latin typeface="Arial"/>
                  <a:cs typeface="Arial"/>
                </a:rPr>
                <a:t>(Xen,</a:t>
              </a:r>
              <a:r>
                <a:rPr sz="1600" spc="-40" dirty="0">
                  <a:solidFill>
                    <a:schemeClr val="bg1"/>
                  </a:solidFill>
                  <a:latin typeface="Arial"/>
                  <a:cs typeface="Arial"/>
                </a:rPr>
                <a:t> </a:t>
              </a:r>
              <a:r>
                <a:rPr sz="1600" dirty="0">
                  <a:solidFill>
                    <a:schemeClr val="bg1"/>
                  </a:solidFill>
                  <a:latin typeface="Arial"/>
                  <a:cs typeface="Arial"/>
                </a:rPr>
                <a:t>KVM,</a:t>
              </a:r>
              <a:r>
                <a:rPr sz="1600" spc="-35" dirty="0">
                  <a:solidFill>
                    <a:schemeClr val="bg1"/>
                  </a:solidFill>
                  <a:latin typeface="Arial"/>
                  <a:cs typeface="Arial"/>
                </a:rPr>
                <a:t> </a:t>
              </a:r>
              <a:r>
                <a:rPr sz="1600" dirty="0">
                  <a:solidFill>
                    <a:schemeClr val="bg1"/>
                  </a:solidFill>
                  <a:latin typeface="Arial"/>
                  <a:cs typeface="Arial"/>
                </a:rPr>
                <a:t>VMware…)</a:t>
              </a:r>
            </a:p>
          </p:txBody>
        </p:sp>
        <p:grpSp>
          <p:nvGrpSpPr>
            <p:cNvPr id="10" name="Group 9">
              <a:extLst>
                <a:ext uri="{FF2B5EF4-FFF2-40B4-BE49-F238E27FC236}">
                  <a16:creationId xmlns:a16="http://schemas.microsoft.com/office/drawing/2014/main" id="{42EDF579-68BD-956C-30F0-21AC48180780}"/>
                </a:ext>
              </a:extLst>
            </p:cNvPr>
            <p:cNvGrpSpPr/>
            <p:nvPr/>
          </p:nvGrpSpPr>
          <p:grpSpPr>
            <a:xfrm>
              <a:off x="6956171" y="4670310"/>
              <a:ext cx="288291" cy="36830"/>
              <a:chOff x="6354533" y="4051564"/>
              <a:chExt cx="288291" cy="36830"/>
            </a:xfrm>
          </p:grpSpPr>
          <p:sp>
            <p:nvSpPr>
              <p:cNvPr id="34" name="object 11">
                <a:extLst>
                  <a:ext uri="{FF2B5EF4-FFF2-40B4-BE49-F238E27FC236}">
                    <a16:creationId xmlns:a16="http://schemas.microsoft.com/office/drawing/2014/main" id="{794502BE-4B96-EF72-2C36-EFE30C8D72DC}"/>
                  </a:ext>
                </a:extLst>
              </p:cNvPr>
              <p:cNvSpPr/>
              <p:nvPr/>
            </p:nvSpPr>
            <p:spPr>
              <a:xfrm>
                <a:off x="6354533" y="4051564"/>
                <a:ext cx="36830" cy="36830"/>
              </a:xfrm>
              <a:custGeom>
                <a:avLst/>
                <a:gdLst/>
                <a:ahLst/>
                <a:cxnLst/>
                <a:rect l="l" t="t" r="r" b="b"/>
                <a:pathLst>
                  <a:path w="36829" h="36830">
                    <a:moveTo>
                      <a:pt x="18287" y="0"/>
                    </a:moveTo>
                    <a:lnTo>
                      <a:pt x="11144" y="1428"/>
                    </a:lnTo>
                    <a:lnTo>
                      <a:pt x="5334" y="5334"/>
                    </a:lnTo>
                    <a:lnTo>
                      <a:pt x="1428" y="11144"/>
                    </a:lnTo>
                    <a:lnTo>
                      <a:pt x="0" y="18287"/>
                    </a:lnTo>
                    <a:lnTo>
                      <a:pt x="1428" y="25431"/>
                    </a:lnTo>
                    <a:lnTo>
                      <a:pt x="5334" y="31241"/>
                    </a:lnTo>
                    <a:lnTo>
                      <a:pt x="11144" y="35147"/>
                    </a:lnTo>
                    <a:lnTo>
                      <a:pt x="18287" y="36575"/>
                    </a:lnTo>
                    <a:lnTo>
                      <a:pt x="25431" y="35147"/>
                    </a:lnTo>
                    <a:lnTo>
                      <a:pt x="31241" y="31241"/>
                    </a:lnTo>
                    <a:lnTo>
                      <a:pt x="35147" y="25431"/>
                    </a:lnTo>
                    <a:lnTo>
                      <a:pt x="36575" y="18287"/>
                    </a:lnTo>
                    <a:lnTo>
                      <a:pt x="35147" y="11144"/>
                    </a:lnTo>
                    <a:lnTo>
                      <a:pt x="31241" y="5334"/>
                    </a:lnTo>
                    <a:lnTo>
                      <a:pt x="25431" y="1428"/>
                    </a:lnTo>
                    <a:lnTo>
                      <a:pt x="18287" y="0"/>
                    </a:lnTo>
                    <a:close/>
                  </a:path>
                </a:pathLst>
              </a:custGeom>
              <a:solidFill>
                <a:srgbClr val="6F83A8"/>
              </a:solidFill>
            </p:spPr>
            <p:txBody>
              <a:bodyPr wrap="square" lIns="0" tIns="0" rIns="0" bIns="0" rtlCol="0"/>
              <a:lstStyle/>
              <a:p>
                <a:pPr algn="ctr"/>
                <a:endParaRPr/>
              </a:p>
            </p:txBody>
          </p:sp>
          <p:sp>
            <p:nvSpPr>
              <p:cNvPr id="35" name="object 12">
                <a:extLst>
                  <a:ext uri="{FF2B5EF4-FFF2-40B4-BE49-F238E27FC236}">
                    <a16:creationId xmlns:a16="http://schemas.microsoft.com/office/drawing/2014/main" id="{60AC3DB4-D282-426D-E14C-FE96E3270A47}"/>
                  </a:ext>
                </a:extLst>
              </p:cNvPr>
              <p:cNvSpPr/>
              <p:nvPr/>
            </p:nvSpPr>
            <p:spPr>
              <a:xfrm>
                <a:off x="6354533" y="4051564"/>
                <a:ext cx="36830" cy="36830"/>
              </a:xfrm>
              <a:custGeom>
                <a:avLst/>
                <a:gdLst/>
                <a:ahLst/>
                <a:cxnLst/>
                <a:rect l="l" t="t" r="r" b="b"/>
                <a:pathLst>
                  <a:path w="36829" h="36830">
                    <a:moveTo>
                      <a:pt x="0" y="18287"/>
                    </a:moveTo>
                    <a:lnTo>
                      <a:pt x="1428" y="11144"/>
                    </a:lnTo>
                    <a:lnTo>
                      <a:pt x="5334"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4" y="31241"/>
                    </a:lnTo>
                    <a:lnTo>
                      <a:pt x="1428" y="25431"/>
                    </a:lnTo>
                    <a:lnTo>
                      <a:pt x="0" y="18287"/>
                    </a:lnTo>
                    <a:close/>
                  </a:path>
                </a:pathLst>
              </a:custGeom>
              <a:ln w="9144">
                <a:solidFill>
                  <a:srgbClr val="000000"/>
                </a:solidFill>
              </a:ln>
            </p:spPr>
            <p:txBody>
              <a:bodyPr wrap="square" lIns="0" tIns="0" rIns="0" bIns="0" rtlCol="0"/>
              <a:lstStyle/>
              <a:p>
                <a:pPr algn="ctr"/>
                <a:endParaRPr/>
              </a:p>
            </p:txBody>
          </p:sp>
          <p:sp>
            <p:nvSpPr>
              <p:cNvPr id="36" name="object 13">
                <a:extLst>
                  <a:ext uri="{FF2B5EF4-FFF2-40B4-BE49-F238E27FC236}">
                    <a16:creationId xmlns:a16="http://schemas.microsoft.com/office/drawing/2014/main" id="{5238D51C-6A83-AF29-1BFF-AEECE8FFCB25}"/>
                  </a:ext>
                </a:extLst>
              </p:cNvPr>
              <p:cNvSpPr/>
              <p:nvPr/>
            </p:nvSpPr>
            <p:spPr>
              <a:xfrm>
                <a:off x="6479501" y="4051564"/>
                <a:ext cx="36830" cy="36830"/>
              </a:xfrm>
              <a:custGeom>
                <a:avLst/>
                <a:gdLst/>
                <a:ahLst/>
                <a:cxnLst/>
                <a:rect l="l" t="t" r="r" b="b"/>
                <a:pathLst>
                  <a:path w="36829" h="36830">
                    <a:moveTo>
                      <a:pt x="18287" y="0"/>
                    </a:moveTo>
                    <a:lnTo>
                      <a:pt x="11144" y="1428"/>
                    </a:lnTo>
                    <a:lnTo>
                      <a:pt x="5334" y="5334"/>
                    </a:lnTo>
                    <a:lnTo>
                      <a:pt x="1428" y="11144"/>
                    </a:lnTo>
                    <a:lnTo>
                      <a:pt x="0" y="18287"/>
                    </a:lnTo>
                    <a:lnTo>
                      <a:pt x="1428" y="25431"/>
                    </a:lnTo>
                    <a:lnTo>
                      <a:pt x="5334" y="31241"/>
                    </a:lnTo>
                    <a:lnTo>
                      <a:pt x="11144" y="35147"/>
                    </a:lnTo>
                    <a:lnTo>
                      <a:pt x="18287" y="36575"/>
                    </a:lnTo>
                    <a:lnTo>
                      <a:pt x="25431" y="35147"/>
                    </a:lnTo>
                    <a:lnTo>
                      <a:pt x="31241" y="31241"/>
                    </a:lnTo>
                    <a:lnTo>
                      <a:pt x="35147" y="25431"/>
                    </a:lnTo>
                    <a:lnTo>
                      <a:pt x="36575" y="18287"/>
                    </a:lnTo>
                    <a:lnTo>
                      <a:pt x="35147" y="11144"/>
                    </a:lnTo>
                    <a:lnTo>
                      <a:pt x="31241" y="5334"/>
                    </a:lnTo>
                    <a:lnTo>
                      <a:pt x="25431" y="1428"/>
                    </a:lnTo>
                    <a:lnTo>
                      <a:pt x="18287" y="0"/>
                    </a:lnTo>
                    <a:close/>
                  </a:path>
                </a:pathLst>
              </a:custGeom>
              <a:solidFill>
                <a:srgbClr val="6F83A8"/>
              </a:solidFill>
            </p:spPr>
            <p:txBody>
              <a:bodyPr wrap="square" lIns="0" tIns="0" rIns="0" bIns="0" rtlCol="0"/>
              <a:lstStyle/>
              <a:p>
                <a:pPr algn="ctr"/>
                <a:endParaRPr/>
              </a:p>
            </p:txBody>
          </p:sp>
          <p:sp>
            <p:nvSpPr>
              <p:cNvPr id="37" name="object 14">
                <a:extLst>
                  <a:ext uri="{FF2B5EF4-FFF2-40B4-BE49-F238E27FC236}">
                    <a16:creationId xmlns:a16="http://schemas.microsoft.com/office/drawing/2014/main" id="{3BB4E57D-1D07-04BB-7C20-51542A20A86E}"/>
                  </a:ext>
                </a:extLst>
              </p:cNvPr>
              <p:cNvSpPr/>
              <p:nvPr/>
            </p:nvSpPr>
            <p:spPr>
              <a:xfrm>
                <a:off x="6479501" y="4051564"/>
                <a:ext cx="36830" cy="36830"/>
              </a:xfrm>
              <a:custGeom>
                <a:avLst/>
                <a:gdLst/>
                <a:ahLst/>
                <a:cxnLst/>
                <a:rect l="l" t="t" r="r" b="b"/>
                <a:pathLst>
                  <a:path w="36829" h="36830">
                    <a:moveTo>
                      <a:pt x="0" y="18287"/>
                    </a:moveTo>
                    <a:lnTo>
                      <a:pt x="1428" y="11144"/>
                    </a:lnTo>
                    <a:lnTo>
                      <a:pt x="5334"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4" y="31241"/>
                    </a:lnTo>
                    <a:lnTo>
                      <a:pt x="1428" y="25431"/>
                    </a:lnTo>
                    <a:lnTo>
                      <a:pt x="0" y="18287"/>
                    </a:lnTo>
                    <a:close/>
                  </a:path>
                </a:pathLst>
              </a:custGeom>
              <a:ln w="9144">
                <a:solidFill>
                  <a:srgbClr val="000000"/>
                </a:solidFill>
              </a:ln>
            </p:spPr>
            <p:txBody>
              <a:bodyPr wrap="square" lIns="0" tIns="0" rIns="0" bIns="0" rtlCol="0"/>
              <a:lstStyle/>
              <a:p>
                <a:pPr algn="ctr"/>
                <a:endParaRPr/>
              </a:p>
            </p:txBody>
          </p:sp>
          <p:sp>
            <p:nvSpPr>
              <p:cNvPr id="38" name="object 15">
                <a:extLst>
                  <a:ext uri="{FF2B5EF4-FFF2-40B4-BE49-F238E27FC236}">
                    <a16:creationId xmlns:a16="http://schemas.microsoft.com/office/drawing/2014/main" id="{43316379-72D9-3C0E-53E1-CF7640E56701}"/>
                  </a:ext>
                </a:extLst>
              </p:cNvPr>
              <p:cNvSpPr/>
              <p:nvPr/>
            </p:nvSpPr>
            <p:spPr>
              <a:xfrm>
                <a:off x="6605994" y="4051564"/>
                <a:ext cx="36830" cy="36830"/>
              </a:xfrm>
              <a:custGeom>
                <a:avLst/>
                <a:gdLst/>
                <a:ahLst/>
                <a:cxnLst/>
                <a:rect l="l" t="t" r="r" b="b"/>
                <a:pathLst>
                  <a:path w="36829" h="36830">
                    <a:moveTo>
                      <a:pt x="18287" y="0"/>
                    </a:moveTo>
                    <a:lnTo>
                      <a:pt x="11144" y="1428"/>
                    </a:lnTo>
                    <a:lnTo>
                      <a:pt x="5333" y="5334"/>
                    </a:lnTo>
                    <a:lnTo>
                      <a:pt x="1428" y="11144"/>
                    </a:lnTo>
                    <a:lnTo>
                      <a:pt x="0" y="18287"/>
                    </a:lnTo>
                    <a:lnTo>
                      <a:pt x="1428" y="25431"/>
                    </a:lnTo>
                    <a:lnTo>
                      <a:pt x="5333" y="31241"/>
                    </a:lnTo>
                    <a:lnTo>
                      <a:pt x="11144" y="35147"/>
                    </a:lnTo>
                    <a:lnTo>
                      <a:pt x="18287" y="36575"/>
                    </a:lnTo>
                    <a:lnTo>
                      <a:pt x="25431" y="35147"/>
                    </a:lnTo>
                    <a:lnTo>
                      <a:pt x="31241" y="31241"/>
                    </a:lnTo>
                    <a:lnTo>
                      <a:pt x="35147" y="25431"/>
                    </a:lnTo>
                    <a:lnTo>
                      <a:pt x="36575" y="18287"/>
                    </a:lnTo>
                    <a:lnTo>
                      <a:pt x="35147" y="11144"/>
                    </a:lnTo>
                    <a:lnTo>
                      <a:pt x="31241" y="5334"/>
                    </a:lnTo>
                    <a:lnTo>
                      <a:pt x="25431" y="1428"/>
                    </a:lnTo>
                    <a:lnTo>
                      <a:pt x="18287" y="0"/>
                    </a:lnTo>
                    <a:close/>
                  </a:path>
                </a:pathLst>
              </a:custGeom>
              <a:solidFill>
                <a:srgbClr val="6F83A8"/>
              </a:solidFill>
            </p:spPr>
            <p:txBody>
              <a:bodyPr wrap="square" lIns="0" tIns="0" rIns="0" bIns="0" rtlCol="0"/>
              <a:lstStyle/>
              <a:p>
                <a:pPr algn="ctr"/>
                <a:endParaRPr/>
              </a:p>
            </p:txBody>
          </p:sp>
          <p:sp>
            <p:nvSpPr>
              <p:cNvPr id="39" name="object 16">
                <a:extLst>
                  <a:ext uri="{FF2B5EF4-FFF2-40B4-BE49-F238E27FC236}">
                    <a16:creationId xmlns:a16="http://schemas.microsoft.com/office/drawing/2014/main" id="{F8C88EDB-A069-5ED3-676A-DBBC03738B8E}"/>
                  </a:ext>
                </a:extLst>
              </p:cNvPr>
              <p:cNvSpPr/>
              <p:nvPr/>
            </p:nvSpPr>
            <p:spPr>
              <a:xfrm>
                <a:off x="6605994" y="4051564"/>
                <a:ext cx="36830" cy="36830"/>
              </a:xfrm>
              <a:custGeom>
                <a:avLst/>
                <a:gdLst/>
                <a:ahLst/>
                <a:cxnLst/>
                <a:rect l="l" t="t" r="r" b="b"/>
                <a:pathLst>
                  <a:path w="36829" h="36830">
                    <a:moveTo>
                      <a:pt x="0" y="18287"/>
                    </a:moveTo>
                    <a:lnTo>
                      <a:pt x="1428" y="11144"/>
                    </a:lnTo>
                    <a:lnTo>
                      <a:pt x="5333"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3" y="31241"/>
                    </a:lnTo>
                    <a:lnTo>
                      <a:pt x="1428" y="25431"/>
                    </a:lnTo>
                    <a:lnTo>
                      <a:pt x="0" y="18287"/>
                    </a:lnTo>
                    <a:close/>
                  </a:path>
                </a:pathLst>
              </a:custGeom>
              <a:ln w="9144">
                <a:solidFill>
                  <a:srgbClr val="000000"/>
                </a:solidFill>
              </a:ln>
            </p:spPr>
            <p:txBody>
              <a:bodyPr wrap="square" lIns="0" tIns="0" rIns="0" bIns="0" rtlCol="0"/>
              <a:lstStyle/>
              <a:p>
                <a:pPr algn="ctr"/>
                <a:endParaRPr/>
              </a:p>
            </p:txBody>
          </p:sp>
        </p:grpSp>
        <p:grpSp>
          <p:nvGrpSpPr>
            <p:cNvPr id="11" name="Group 10">
              <a:extLst>
                <a:ext uri="{FF2B5EF4-FFF2-40B4-BE49-F238E27FC236}">
                  <a16:creationId xmlns:a16="http://schemas.microsoft.com/office/drawing/2014/main" id="{36E37708-21DE-1CAC-1B9F-25A625DBC7F4}"/>
                </a:ext>
              </a:extLst>
            </p:cNvPr>
            <p:cNvGrpSpPr/>
            <p:nvPr/>
          </p:nvGrpSpPr>
          <p:grpSpPr>
            <a:xfrm>
              <a:off x="7846964" y="4227821"/>
              <a:ext cx="914400" cy="938492"/>
              <a:chOff x="7846964" y="4227821"/>
              <a:chExt cx="914400" cy="938492"/>
            </a:xfrm>
          </p:grpSpPr>
          <p:sp>
            <p:nvSpPr>
              <p:cNvPr id="32" name="object 9">
                <a:extLst>
                  <a:ext uri="{FF2B5EF4-FFF2-40B4-BE49-F238E27FC236}">
                    <a16:creationId xmlns:a16="http://schemas.microsoft.com/office/drawing/2014/main" id="{E045B9BD-E568-F551-FF82-6D72626688C1}"/>
                  </a:ext>
                </a:extLst>
              </p:cNvPr>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N</a:t>
                </a:r>
                <a:endParaRPr sz="1400" b="1" dirty="0">
                  <a:latin typeface="Arial"/>
                  <a:cs typeface="Arial"/>
                </a:endParaRPr>
              </a:p>
            </p:txBody>
          </p:sp>
          <p:sp>
            <p:nvSpPr>
              <p:cNvPr id="33" name="object 27">
                <a:extLst>
                  <a:ext uri="{FF2B5EF4-FFF2-40B4-BE49-F238E27FC236}">
                    <a16:creationId xmlns:a16="http://schemas.microsoft.com/office/drawing/2014/main" id="{24F62CDD-C4DE-2F58-C0D7-DCAD06017BE6}"/>
                  </a:ext>
                </a:extLst>
              </p:cNvPr>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sp>
          <p:nvSpPr>
            <p:cNvPr id="13" name="object 4">
              <a:extLst>
                <a:ext uri="{FF2B5EF4-FFF2-40B4-BE49-F238E27FC236}">
                  <a16:creationId xmlns:a16="http://schemas.microsoft.com/office/drawing/2014/main" id="{E8791E0A-DD1B-0F05-EBF5-0816839E2A1A}"/>
                </a:ext>
              </a:extLst>
            </p:cNvPr>
            <p:cNvSpPr txBox="1"/>
            <p:nvPr/>
          </p:nvSpPr>
          <p:spPr>
            <a:xfrm>
              <a:off x="3338538" y="5580667"/>
              <a:ext cx="5422826" cy="314189"/>
            </a:xfrm>
            <a:prstGeom prst="rect">
              <a:avLst/>
            </a:prstGeom>
            <a:solidFill>
              <a:srgbClr val="00B050"/>
            </a:solidFill>
            <a:ln w="12192">
              <a:noFill/>
            </a:ln>
          </p:spPr>
          <p:txBody>
            <a:bodyPr vert="horz" wrap="square" lIns="0" tIns="67310" rIns="0" bIns="0" rtlCol="0">
              <a:spAutoFit/>
            </a:bodyPr>
            <a:lstStyle/>
            <a:p>
              <a:pPr marL="80010" algn="ctr">
                <a:lnSpc>
                  <a:spcPct val="100000"/>
                </a:lnSpc>
                <a:spcBef>
                  <a:spcPts val="530"/>
                </a:spcBef>
              </a:pPr>
              <a:r>
                <a:rPr lang="en-US" sz="1600" spc="-10" dirty="0">
                  <a:solidFill>
                    <a:srgbClr val="FFFFFF"/>
                  </a:solidFill>
                  <a:latin typeface="Arial" panose="020B0604020202020204" pitchFamily="34" charset="0"/>
                  <a:cs typeface="Arial" panose="020B0604020202020204" pitchFamily="34" charset="0"/>
                </a:rPr>
                <a:t>Host Operating System</a:t>
              </a:r>
              <a:endParaRPr sz="1600" dirty="0">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9AA8D76A-DECF-D826-26F2-A683BC6B52A8}"/>
                </a:ext>
              </a:extLst>
            </p:cNvPr>
            <p:cNvGrpSpPr/>
            <p:nvPr/>
          </p:nvGrpSpPr>
          <p:grpSpPr>
            <a:xfrm>
              <a:off x="3324046" y="4210568"/>
              <a:ext cx="914400" cy="938492"/>
              <a:chOff x="7846964" y="4227821"/>
              <a:chExt cx="914400" cy="938492"/>
            </a:xfrm>
          </p:grpSpPr>
          <p:sp>
            <p:nvSpPr>
              <p:cNvPr id="30" name="object 9">
                <a:extLst>
                  <a:ext uri="{FF2B5EF4-FFF2-40B4-BE49-F238E27FC236}">
                    <a16:creationId xmlns:a16="http://schemas.microsoft.com/office/drawing/2014/main" id="{520D5C4A-4451-3C0A-9E3D-82678E1004BA}"/>
                  </a:ext>
                </a:extLst>
              </p:cNvPr>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1</a:t>
                </a:r>
                <a:endParaRPr sz="1400" b="1" dirty="0">
                  <a:latin typeface="Arial"/>
                  <a:cs typeface="Arial"/>
                </a:endParaRPr>
              </a:p>
            </p:txBody>
          </p:sp>
          <p:sp>
            <p:nvSpPr>
              <p:cNvPr id="31" name="object 27">
                <a:extLst>
                  <a:ext uri="{FF2B5EF4-FFF2-40B4-BE49-F238E27FC236}">
                    <a16:creationId xmlns:a16="http://schemas.microsoft.com/office/drawing/2014/main" id="{229E771E-6751-4C9F-1DBD-4C9E2B6007C3}"/>
                  </a:ext>
                </a:extLst>
              </p:cNvPr>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grpSp>
          <p:nvGrpSpPr>
            <p:cNvPr id="15" name="Group 14">
              <a:extLst>
                <a:ext uri="{FF2B5EF4-FFF2-40B4-BE49-F238E27FC236}">
                  <a16:creationId xmlns:a16="http://schemas.microsoft.com/office/drawing/2014/main" id="{7241B5D7-0DAF-A437-75DD-0F8FC7AE7EDC}"/>
                </a:ext>
              </a:extLst>
            </p:cNvPr>
            <p:cNvGrpSpPr/>
            <p:nvPr/>
          </p:nvGrpSpPr>
          <p:grpSpPr>
            <a:xfrm>
              <a:off x="4450411" y="4210568"/>
              <a:ext cx="914400" cy="938492"/>
              <a:chOff x="7846964" y="4227821"/>
              <a:chExt cx="914400" cy="938492"/>
            </a:xfrm>
          </p:grpSpPr>
          <p:sp>
            <p:nvSpPr>
              <p:cNvPr id="26" name="object 9">
                <a:extLst>
                  <a:ext uri="{FF2B5EF4-FFF2-40B4-BE49-F238E27FC236}">
                    <a16:creationId xmlns:a16="http://schemas.microsoft.com/office/drawing/2014/main" id="{11C48DCA-053B-EE67-7EC9-63672A905D21}"/>
                  </a:ext>
                </a:extLst>
              </p:cNvPr>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2</a:t>
                </a:r>
                <a:endParaRPr sz="1400" b="1" dirty="0">
                  <a:latin typeface="Arial"/>
                  <a:cs typeface="Arial"/>
                </a:endParaRPr>
              </a:p>
            </p:txBody>
          </p:sp>
          <p:sp>
            <p:nvSpPr>
              <p:cNvPr id="28" name="object 27">
                <a:extLst>
                  <a:ext uri="{FF2B5EF4-FFF2-40B4-BE49-F238E27FC236}">
                    <a16:creationId xmlns:a16="http://schemas.microsoft.com/office/drawing/2014/main" id="{4B4D8C6D-FC55-C331-28FA-47D7918C67FC}"/>
                  </a:ext>
                </a:extLst>
              </p:cNvPr>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grpSp>
          <p:nvGrpSpPr>
            <p:cNvPr id="17" name="Group 16">
              <a:extLst>
                <a:ext uri="{FF2B5EF4-FFF2-40B4-BE49-F238E27FC236}">
                  <a16:creationId xmlns:a16="http://schemas.microsoft.com/office/drawing/2014/main" id="{52E0C3EC-5B8D-D9EE-DA2E-4C7F4403613B}"/>
                </a:ext>
              </a:extLst>
            </p:cNvPr>
            <p:cNvGrpSpPr/>
            <p:nvPr/>
          </p:nvGrpSpPr>
          <p:grpSpPr>
            <a:xfrm>
              <a:off x="5585505" y="4210568"/>
              <a:ext cx="914400" cy="938492"/>
              <a:chOff x="7846964" y="4227821"/>
              <a:chExt cx="914400" cy="938492"/>
            </a:xfrm>
          </p:grpSpPr>
          <p:sp>
            <p:nvSpPr>
              <p:cNvPr id="23" name="object 9">
                <a:extLst>
                  <a:ext uri="{FF2B5EF4-FFF2-40B4-BE49-F238E27FC236}">
                    <a16:creationId xmlns:a16="http://schemas.microsoft.com/office/drawing/2014/main" id="{A50A007D-1BD7-2521-BB06-F5FA05E4DEE0}"/>
                  </a:ext>
                </a:extLst>
              </p:cNvPr>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3</a:t>
                </a:r>
                <a:endParaRPr sz="1400" b="1" dirty="0">
                  <a:latin typeface="Arial"/>
                  <a:cs typeface="Arial"/>
                </a:endParaRPr>
              </a:p>
            </p:txBody>
          </p:sp>
          <p:sp>
            <p:nvSpPr>
              <p:cNvPr id="24" name="object 27">
                <a:extLst>
                  <a:ext uri="{FF2B5EF4-FFF2-40B4-BE49-F238E27FC236}">
                    <a16:creationId xmlns:a16="http://schemas.microsoft.com/office/drawing/2014/main" id="{40DB5BAD-11DC-2430-3F87-EC4BAC736E79}"/>
                  </a:ext>
                </a:extLst>
              </p:cNvPr>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sp>
          <p:nvSpPr>
            <p:cNvPr id="19" name="Rectangle 18">
              <a:extLst>
                <a:ext uri="{FF2B5EF4-FFF2-40B4-BE49-F238E27FC236}">
                  <a16:creationId xmlns:a16="http://schemas.microsoft.com/office/drawing/2014/main" id="{7C9A2533-419B-8117-9C0D-4C600C06993A}"/>
                </a:ext>
              </a:extLst>
            </p:cNvPr>
            <p:cNvSpPr/>
            <p:nvPr/>
          </p:nvSpPr>
          <p:spPr>
            <a:xfrm>
              <a:off x="3183262" y="4118212"/>
              <a:ext cx="6400800" cy="103084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bject 9">
              <a:extLst>
                <a:ext uri="{FF2B5EF4-FFF2-40B4-BE49-F238E27FC236}">
                  <a16:creationId xmlns:a16="http://schemas.microsoft.com/office/drawing/2014/main" id="{28A23943-3A4F-4188-27A9-09A12D6FD545}"/>
                </a:ext>
              </a:extLst>
            </p:cNvPr>
            <p:cNvSpPr txBox="1"/>
            <p:nvPr/>
          </p:nvSpPr>
          <p:spPr>
            <a:xfrm>
              <a:off x="8866418" y="4431108"/>
              <a:ext cx="640080" cy="647613"/>
            </a:xfrm>
            <a:prstGeom prst="rect">
              <a:avLst/>
            </a:prstGeom>
            <a:noFill/>
            <a:ln w="12192">
              <a:noFill/>
            </a:ln>
          </p:spPr>
          <p:txBody>
            <a:bodyPr vert="horz" wrap="square" lIns="0" tIns="92710" rIns="0" bIns="0" rtlCol="0">
              <a:spAutoFit/>
            </a:bodyPr>
            <a:lstStyle/>
            <a:p>
              <a:pPr marL="88265" algn="ctr">
                <a:lnSpc>
                  <a:spcPct val="100000"/>
                </a:lnSpc>
                <a:spcBef>
                  <a:spcPts val="730"/>
                </a:spcBef>
              </a:pPr>
              <a:r>
                <a:rPr lang="en-US" b="1" spc="-5" dirty="0">
                  <a:latin typeface="Arial"/>
                  <a:cs typeface="Arial"/>
                </a:rPr>
                <a:t>VMs</a:t>
              </a:r>
              <a:endParaRPr sz="1600" b="1" dirty="0">
                <a:latin typeface="Arial"/>
                <a:cs typeface="Arial"/>
              </a:endParaRPr>
            </a:p>
          </p:txBody>
        </p:sp>
      </p:grpSp>
    </p:spTree>
    <p:custDataLst>
      <p:tags r:id="rId1"/>
    </p:custDataLst>
    <p:extLst>
      <p:ext uri="{BB962C8B-B14F-4D97-AF65-F5344CB8AC3E}">
        <p14:creationId xmlns:p14="http://schemas.microsoft.com/office/powerpoint/2010/main" val="1656811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3B03E-8D63-37B5-276E-03910B020E8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E44DE41-A4E0-9B06-1477-9E912BB3C68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 Machines</a:t>
            </a:r>
          </a:p>
        </p:txBody>
      </p:sp>
      <p:sp>
        <p:nvSpPr>
          <p:cNvPr id="3" name="Slide Number Placeholder 2">
            <a:extLst>
              <a:ext uri="{FF2B5EF4-FFF2-40B4-BE49-F238E27FC236}">
                <a16:creationId xmlns:a16="http://schemas.microsoft.com/office/drawing/2014/main" id="{A1ABFE17-78CA-5F83-6417-1AFF357E2D5B}"/>
              </a:ext>
            </a:extLst>
          </p:cNvPr>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B2BD6107-5F8D-86B3-D5B3-FFA34AD6E923}"/>
              </a:ext>
            </a:extLst>
          </p:cNvPr>
          <p:cNvSpPr txBox="1">
            <a:spLocks noChangeArrowheads="1"/>
          </p:cNvSpPr>
          <p:nvPr/>
        </p:nvSpPr>
        <p:spPr>
          <a:xfrm>
            <a:off x="632150" y="1453241"/>
            <a:ext cx="10104160"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Virtual machines provide:</a:t>
            </a:r>
          </a:p>
          <a:p>
            <a:pPr lvl="1" algn="just"/>
            <a:r>
              <a:rPr lang="en-US" b="1" dirty="0">
                <a:solidFill>
                  <a:srgbClr val="FF0000"/>
                </a:solidFill>
                <a:latin typeface="Arial" panose="020B0604020202020204" pitchFamily="34" charset="0"/>
                <a:cs typeface="Arial" panose="020B0604020202020204" pitchFamily="34" charset="0"/>
              </a:rPr>
              <a:t>Hardware Independence</a:t>
            </a:r>
            <a:r>
              <a:rPr lang="en-US" dirty="0">
                <a:latin typeface="Arial" panose="020B0604020202020204" pitchFamily="34" charset="0"/>
                <a:cs typeface="Arial" panose="020B0604020202020204" pitchFamily="34" charset="0"/>
              </a:rPr>
              <a:t> – Guest VM sees the same hardware regardless of the host hardware</a:t>
            </a:r>
          </a:p>
          <a:p>
            <a:pPr lvl="1" algn="just"/>
            <a:r>
              <a:rPr lang="en-US" b="1" dirty="0">
                <a:solidFill>
                  <a:srgbClr val="FF0000"/>
                </a:solidFill>
                <a:latin typeface="Arial" panose="020B0604020202020204" pitchFamily="34" charset="0"/>
                <a:cs typeface="Arial" panose="020B0604020202020204" pitchFamily="34" charset="0"/>
              </a:rPr>
              <a:t>Isolation</a:t>
            </a:r>
            <a:r>
              <a:rPr lang="en-US" dirty="0">
                <a:latin typeface="Arial" panose="020B0604020202020204" pitchFamily="34" charset="0"/>
                <a:cs typeface="Arial" panose="020B0604020202020204" pitchFamily="34" charset="0"/>
              </a:rPr>
              <a:t> – VM’s operating system is isolated from the host operating system</a:t>
            </a:r>
            <a:endParaRPr lang="en-US" sz="1200" dirty="0">
              <a:latin typeface="Arial" panose="020B0604020202020204" pitchFamily="34" charset="0"/>
              <a:cs typeface="Arial" panose="020B0604020202020204" pitchFamily="34" charset="0"/>
            </a:endParaRPr>
          </a:p>
          <a:p>
            <a:pPr lvl="1" algn="just"/>
            <a:r>
              <a:rPr lang="en-US" b="1" dirty="0">
                <a:solidFill>
                  <a:srgbClr val="FF0000"/>
                </a:solidFill>
                <a:latin typeface="Arial" panose="020B0604020202020204" pitchFamily="34" charset="0"/>
                <a:cs typeface="Arial" panose="020B0604020202020204" pitchFamily="34" charset="0"/>
              </a:rPr>
              <a:t>Encapsulation</a:t>
            </a:r>
            <a:r>
              <a:rPr lang="en-US" dirty="0">
                <a:latin typeface="Arial" panose="020B0604020202020204" pitchFamily="34" charset="0"/>
                <a:cs typeface="Arial" panose="020B0604020202020204" pitchFamily="34" charset="0"/>
              </a:rPr>
              <a:t> – Entire VM encapsulated into a single file</a:t>
            </a:r>
            <a:endParaRPr lang="en-US" sz="1400"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945889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Hypervisor</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463741"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Also known as virtual machine monitor or VMM, is a small software layer that enables multiple operating systems to run alongside each other, sharing the same physical computer resources.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hypervisor logically isolates virtual machines, allocating each its own share of computing power, memory, and storage to prevent interference.</a:t>
            </a:r>
          </a:p>
        </p:txBody>
      </p:sp>
      <p:grpSp>
        <p:nvGrpSpPr>
          <p:cNvPr id="42" name="Group 41">
            <a:extLst>
              <a:ext uri="{FF2B5EF4-FFF2-40B4-BE49-F238E27FC236}">
                <a16:creationId xmlns:a16="http://schemas.microsoft.com/office/drawing/2014/main" id="{A60A84C7-1435-01D1-E3D5-84F380BA4877}"/>
              </a:ext>
            </a:extLst>
          </p:cNvPr>
          <p:cNvGrpSpPr/>
          <p:nvPr/>
        </p:nvGrpSpPr>
        <p:grpSpPr>
          <a:xfrm>
            <a:off x="2613918" y="4256237"/>
            <a:ext cx="6400800" cy="2433936"/>
            <a:chOff x="3183262" y="4118212"/>
            <a:chExt cx="6400800" cy="2433936"/>
          </a:xfrm>
        </p:grpSpPr>
        <p:sp>
          <p:nvSpPr>
            <p:cNvPr id="4" name="object 4"/>
            <p:cNvSpPr txBox="1"/>
            <p:nvPr/>
          </p:nvSpPr>
          <p:spPr>
            <a:xfrm>
              <a:off x="3338538" y="5927618"/>
              <a:ext cx="5422826" cy="624530"/>
            </a:xfrm>
            <a:prstGeom prst="rect">
              <a:avLst/>
            </a:prstGeom>
            <a:solidFill>
              <a:srgbClr val="1694E2"/>
            </a:solidFill>
            <a:ln w="12192">
              <a:noFill/>
            </a:ln>
          </p:spPr>
          <p:txBody>
            <a:bodyPr vert="horz" wrap="square" lIns="0" tIns="67310" rIns="0" bIns="0" rtlCol="0">
              <a:spAutoFit/>
            </a:bodyPr>
            <a:lstStyle/>
            <a:p>
              <a:pPr marL="80010" algn="ctr">
                <a:lnSpc>
                  <a:spcPct val="100000"/>
                </a:lnSpc>
                <a:spcBef>
                  <a:spcPts val="530"/>
                </a:spcBef>
              </a:pPr>
              <a:r>
                <a:rPr sz="1600" b="1" spc="-10" dirty="0">
                  <a:solidFill>
                    <a:srgbClr val="FFFFFF"/>
                  </a:solidFill>
                  <a:latin typeface="Arial" panose="020B0604020202020204" pitchFamily="34" charset="0"/>
                  <a:cs typeface="Arial" panose="020B0604020202020204" pitchFamily="34" charset="0"/>
                </a:rPr>
                <a:t>Physical</a:t>
              </a:r>
              <a:r>
                <a:rPr sz="1600" b="1" spc="10" dirty="0">
                  <a:solidFill>
                    <a:srgbClr val="FFFFFF"/>
                  </a:solidFill>
                  <a:latin typeface="Arial" panose="020B0604020202020204" pitchFamily="34" charset="0"/>
                  <a:cs typeface="Arial" panose="020B0604020202020204" pitchFamily="34" charset="0"/>
                </a:rPr>
                <a:t> </a:t>
              </a:r>
              <a:r>
                <a:rPr lang="en-US" sz="1600" b="1" spc="-5" dirty="0">
                  <a:solidFill>
                    <a:srgbClr val="FFFFFF"/>
                  </a:solidFill>
                  <a:latin typeface="Arial" panose="020B0604020202020204" pitchFamily="34" charset="0"/>
                  <a:cs typeface="Arial" panose="020B0604020202020204" pitchFamily="34" charset="0"/>
                </a:rPr>
                <a:t>Infrastructure</a:t>
              </a:r>
              <a:r>
                <a:rPr sz="1600" b="1" spc="-5" dirty="0">
                  <a:solidFill>
                    <a:srgbClr val="FFFFFF"/>
                  </a:solidFill>
                  <a:latin typeface="Arial" panose="020B0604020202020204" pitchFamily="34" charset="0"/>
                  <a:cs typeface="Arial" panose="020B0604020202020204" pitchFamily="34" charset="0"/>
                </a:rPr>
                <a:t> </a:t>
              </a:r>
              <a:endParaRPr lang="en-US" sz="1600" b="1" spc="-5" dirty="0">
                <a:solidFill>
                  <a:srgbClr val="FFFFFF"/>
                </a:solidFill>
                <a:latin typeface="Arial" panose="020B0604020202020204" pitchFamily="34" charset="0"/>
                <a:cs typeface="Arial" panose="020B0604020202020204" pitchFamily="34" charset="0"/>
              </a:endParaRPr>
            </a:p>
            <a:p>
              <a:pPr marL="80010" algn="ctr">
                <a:lnSpc>
                  <a:spcPct val="100000"/>
                </a:lnSpc>
                <a:spcBef>
                  <a:spcPts val="530"/>
                </a:spcBef>
              </a:pPr>
              <a:r>
                <a:rPr sz="1600" b="1" dirty="0">
                  <a:solidFill>
                    <a:srgbClr val="FFFFFF"/>
                  </a:solidFill>
                  <a:latin typeface="Arial" panose="020B0604020202020204" pitchFamily="34" charset="0"/>
                  <a:cs typeface="Arial" panose="020B0604020202020204" pitchFamily="34" charset="0"/>
                </a:rPr>
                <a:t>(</a:t>
              </a:r>
              <a:r>
                <a:rPr sz="1600" dirty="0">
                  <a:solidFill>
                    <a:srgbClr val="FFFFFF"/>
                  </a:solidFill>
                  <a:latin typeface="Arial" panose="020B0604020202020204" pitchFamily="34" charset="0"/>
                  <a:cs typeface="Arial" panose="020B0604020202020204" pitchFamily="34" charset="0"/>
                </a:rPr>
                <a:t>Processor,</a:t>
              </a:r>
              <a:r>
                <a:rPr sz="1600" spc="-40" dirty="0">
                  <a:solidFill>
                    <a:srgbClr val="FFFFFF"/>
                  </a:solidFill>
                  <a:latin typeface="Arial" panose="020B0604020202020204" pitchFamily="34" charset="0"/>
                  <a:cs typeface="Arial" panose="020B0604020202020204" pitchFamily="34" charset="0"/>
                </a:rPr>
                <a:t> </a:t>
              </a:r>
              <a:r>
                <a:rPr sz="1600" spc="-10" dirty="0">
                  <a:solidFill>
                    <a:srgbClr val="FFFFFF"/>
                  </a:solidFill>
                  <a:latin typeface="Arial" panose="020B0604020202020204" pitchFamily="34" charset="0"/>
                  <a:cs typeface="Arial" panose="020B0604020202020204" pitchFamily="34" charset="0"/>
                </a:rPr>
                <a:t>RAM,</a:t>
              </a:r>
              <a:r>
                <a:rPr sz="1600" spc="15"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Memory,</a:t>
              </a:r>
              <a:r>
                <a:rPr sz="1600" dirty="0">
                  <a:solidFill>
                    <a:srgbClr val="FFFFFF"/>
                  </a:solidFill>
                  <a:latin typeface="Arial" panose="020B0604020202020204" pitchFamily="34" charset="0"/>
                  <a:cs typeface="Arial" panose="020B0604020202020204" pitchFamily="34" charset="0"/>
                </a:rPr>
                <a:t> Network,</a:t>
              </a:r>
              <a:r>
                <a:rPr sz="1600" spc="-30"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Chipset,</a:t>
              </a:r>
              <a:r>
                <a:rPr sz="1600" dirty="0">
                  <a:solidFill>
                    <a:srgbClr val="FFFFFF"/>
                  </a:solidFill>
                  <a:latin typeface="Arial" panose="020B0604020202020204" pitchFamily="34" charset="0"/>
                  <a:cs typeface="Arial" panose="020B0604020202020204" pitchFamily="34" charset="0"/>
                </a:rPr>
                <a:t> Storage</a:t>
              </a:r>
              <a:r>
                <a:rPr sz="1600" spc="-45" dirty="0">
                  <a:solidFill>
                    <a:srgbClr val="FFFFFF"/>
                  </a:solidFill>
                  <a:latin typeface="Arial" panose="020B0604020202020204" pitchFamily="34" charset="0"/>
                  <a:cs typeface="Arial" panose="020B0604020202020204" pitchFamily="34" charset="0"/>
                </a:rPr>
                <a:t> </a:t>
              </a:r>
              <a:r>
                <a:rPr sz="1600" spc="5" dirty="0">
                  <a:solidFill>
                    <a:srgbClr val="FFFFFF"/>
                  </a:solidFill>
                  <a:latin typeface="Arial" panose="020B0604020202020204" pitchFamily="34" charset="0"/>
                  <a:cs typeface="Arial" panose="020B0604020202020204" pitchFamily="34" charset="0"/>
                </a:rPr>
                <a:t>...</a:t>
              </a:r>
              <a:r>
                <a:rPr sz="1600" b="1" spc="5" dirty="0">
                  <a:solidFill>
                    <a:srgbClr val="FFFFFF"/>
                  </a:solidFill>
                  <a:latin typeface="Arial" panose="020B0604020202020204" pitchFamily="34" charset="0"/>
                  <a:cs typeface="Arial" panose="020B0604020202020204" pitchFamily="34" charset="0"/>
                </a:rPr>
                <a:t>)</a:t>
              </a:r>
              <a:endParaRPr sz="1600" dirty="0">
                <a:latin typeface="Arial" panose="020B0604020202020204" pitchFamily="34" charset="0"/>
                <a:cs typeface="Arial" panose="020B0604020202020204" pitchFamily="34" charset="0"/>
              </a:endParaRPr>
            </a:p>
          </p:txBody>
        </p:sp>
        <p:sp>
          <p:nvSpPr>
            <p:cNvPr id="6" name="object 6"/>
            <p:cNvSpPr txBox="1"/>
            <p:nvPr/>
          </p:nvSpPr>
          <p:spPr>
            <a:xfrm>
              <a:off x="3346158" y="5192701"/>
              <a:ext cx="5415206" cy="344325"/>
            </a:xfrm>
            <a:prstGeom prst="rect">
              <a:avLst/>
            </a:prstGeom>
            <a:solidFill>
              <a:schemeClr val="accent2">
                <a:lumMod val="50000"/>
              </a:schemeClr>
            </a:solidFill>
            <a:ln>
              <a:noFill/>
            </a:ln>
          </p:spPr>
          <p:txBody>
            <a:bodyPr vert="horz" wrap="square" lIns="0" tIns="97155" rIns="0" bIns="0" rtlCol="0">
              <a:spAutoFit/>
            </a:bodyPr>
            <a:lstStyle/>
            <a:p>
              <a:pPr marL="74295" algn="ctr">
                <a:lnSpc>
                  <a:spcPct val="100000"/>
                </a:lnSpc>
                <a:spcBef>
                  <a:spcPts val="765"/>
                </a:spcBef>
              </a:pPr>
              <a:r>
                <a:rPr lang="en-US" sz="1600" spc="-5" dirty="0">
                  <a:solidFill>
                    <a:schemeClr val="bg1"/>
                  </a:solidFill>
                  <a:latin typeface="Arial"/>
                  <a:cs typeface="Arial"/>
                </a:rPr>
                <a:t>Hypervisor</a:t>
              </a:r>
              <a:r>
                <a:rPr sz="1600" spc="-25" dirty="0">
                  <a:solidFill>
                    <a:schemeClr val="bg1"/>
                  </a:solidFill>
                  <a:latin typeface="Arial"/>
                  <a:cs typeface="Arial"/>
                </a:rPr>
                <a:t> </a:t>
              </a:r>
              <a:r>
                <a:rPr sz="1600" dirty="0">
                  <a:solidFill>
                    <a:schemeClr val="bg1"/>
                  </a:solidFill>
                  <a:latin typeface="Arial"/>
                  <a:cs typeface="Arial"/>
                </a:rPr>
                <a:t>(Xen,</a:t>
              </a:r>
              <a:r>
                <a:rPr sz="1600" spc="-40" dirty="0">
                  <a:solidFill>
                    <a:schemeClr val="bg1"/>
                  </a:solidFill>
                  <a:latin typeface="Arial"/>
                  <a:cs typeface="Arial"/>
                </a:rPr>
                <a:t> </a:t>
              </a:r>
              <a:r>
                <a:rPr sz="1600" dirty="0">
                  <a:solidFill>
                    <a:schemeClr val="bg1"/>
                  </a:solidFill>
                  <a:latin typeface="Arial"/>
                  <a:cs typeface="Arial"/>
                </a:rPr>
                <a:t>KVM,</a:t>
              </a:r>
              <a:r>
                <a:rPr sz="1600" spc="-35" dirty="0">
                  <a:solidFill>
                    <a:schemeClr val="bg1"/>
                  </a:solidFill>
                  <a:latin typeface="Arial"/>
                  <a:cs typeface="Arial"/>
                </a:rPr>
                <a:t> </a:t>
              </a:r>
              <a:r>
                <a:rPr sz="1600" dirty="0">
                  <a:solidFill>
                    <a:schemeClr val="bg1"/>
                  </a:solidFill>
                  <a:latin typeface="Arial"/>
                  <a:cs typeface="Arial"/>
                </a:rPr>
                <a:t>VMware…)</a:t>
              </a:r>
            </a:p>
          </p:txBody>
        </p:sp>
        <p:grpSp>
          <p:nvGrpSpPr>
            <p:cNvPr id="28" name="Group 27">
              <a:extLst>
                <a:ext uri="{FF2B5EF4-FFF2-40B4-BE49-F238E27FC236}">
                  <a16:creationId xmlns:a16="http://schemas.microsoft.com/office/drawing/2014/main" id="{8056B8D2-60A1-5BC3-1133-C9AE935E2794}"/>
                </a:ext>
              </a:extLst>
            </p:cNvPr>
            <p:cNvGrpSpPr/>
            <p:nvPr/>
          </p:nvGrpSpPr>
          <p:grpSpPr>
            <a:xfrm>
              <a:off x="6956171" y="4670310"/>
              <a:ext cx="288291" cy="36830"/>
              <a:chOff x="6354533" y="4051564"/>
              <a:chExt cx="288291" cy="36830"/>
            </a:xfrm>
          </p:grpSpPr>
          <p:sp>
            <p:nvSpPr>
              <p:cNvPr id="11" name="object 11"/>
              <p:cNvSpPr/>
              <p:nvPr/>
            </p:nvSpPr>
            <p:spPr>
              <a:xfrm>
                <a:off x="6354533" y="4051564"/>
                <a:ext cx="36830" cy="36830"/>
              </a:xfrm>
              <a:custGeom>
                <a:avLst/>
                <a:gdLst/>
                <a:ahLst/>
                <a:cxnLst/>
                <a:rect l="l" t="t" r="r" b="b"/>
                <a:pathLst>
                  <a:path w="36829" h="36830">
                    <a:moveTo>
                      <a:pt x="18287" y="0"/>
                    </a:moveTo>
                    <a:lnTo>
                      <a:pt x="11144" y="1428"/>
                    </a:lnTo>
                    <a:lnTo>
                      <a:pt x="5334" y="5334"/>
                    </a:lnTo>
                    <a:lnTo>
                      <a:pt x="1428" y="11144"/>
                    </a:lnTo>
                    <a:lnTo>
                      <a:pt x="0" y="18287"/>
                    </a:lnTo>
                    <a:lnTo>
                      <a:pt x="1428" y="25431"/>
                    </a:lnTo>
                    <a:lnTo>
                      <a:pt x="5334" y="31241"/>
                    </a:lnTo>
                    <a:lnTo>
                      <a:pt x="11144" y="35147"/>
                    </a:lnTo>
                    <a:lnTo>
                      <a:pt x="18287" y="36575"/>
                    </a:lnTo>
                    <a:lnTo>
                      <a:pt x="25431" y="35147"/>
                    </a:lnTo>
                    <a:lnTo>
                      <a:pt x="31241" y="31241"/>
                    </a:lnTo>
                    <a:lnTo>
                      <a:pt x="35147" y="25431"/>
                    </a:lnTo>
                    <a:lnTo>
                      <a:pt x="36575" y="18287"/>
                    </a:lnTo>
                    <a:lnTo>
                      <a:pt x="35147" y="11144"/>
                    </a:lnTo>
                    <a:lnTo>
                      <a:pt x="31241" y="5334"/>
                    </a:lnTo>
                    <a:lnTo>
                      <a:pt x="25431" y="1428"/>
                    </a:lnTo>
                    <a:lnTo>
                      <a:pt x="18287" y="0"/>
                    </a:lnTo>
                    <a:close/>
                  </a:path>
                </a:pathLst>
              </a:custGeom>
              <a:solidFill>
                <a:srgbClr val="6F83A8"/>
              </a:solidFill>
            </p:spPr>
            <p:txBody>
              <a:bodyPr wrap="square" lIns="0" tIns="0" rIns="0" bIns="0" rtlCol="0"/>
              <a:lstStyle/>
              <a:p>
                <a:pPr algn="ctr"/>
                <a:endParaRPr/>
              </a:p>
            </p:txBody>
          </p:sp>
          <p:sp>
            <p:nvSpPr>
              <p:cNvPr id="2" name="object 12"/>
              <p:cNvSpPr/>
              <p:nvPr/>
            </p:nvSpPr>
            <p:spPr>
              <a:xfrm>
                <a:off x="6354533" y="4051564"/>
                <a:ext cx="36830" cy="36830"/>
              </a:xfrm>
              <a:custGeom>
                <a:avLst/>
                <a:gdLst/>
                <a:ahLst/>
                <a:cxnLst/>
                <a:rect l="l" t="t" r="r" b="b"/>
                <a:pathLst>
                  <a:path w="36829" h="36830">
                    <a:moveTo>
                      <a:pt x="0" y="18287"/>
                    </a:moveTo>
                    <a:lnTo>
                      <a:pt x="1428" y="11144"/>
                    </a:lnTo>
                    <a:lnTo>
                      <a:pt x="5334"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4" y="31241"/>
                    </a:lnTo>
                    <a:lnTo>
                      <a:pt x="1428" y="25431"/>
                    </a:lnTo>
                    <a:lnTo>
                      <a:pt x="0" y="18287"/>
                    </a:lnTo>
                    <a:close/>
                  </a:path>
                </a:pathLst>
              </a:custGeom>
              <a:ln w="9144">
                <a:solidFill>
                  <a:srgbClr val="000000"/>
                </a:solidFill>
              </a:ln>
            </p:spPr>
            <p:txBody>
              <a:bodyPr wrap="square" lIns="0" tIns="0" rIns="0" bIns="0" rtlCol="0"/>
              <a:lstStyle/>
              <a:p>
                <a:pPr algn="ctr"/>
                <a:endParaRPr/>
              </a:p>
            </p:txBody>
          </p:sp>
          <p:sp>
            <p:nvSpPr>
              <p:cNvPr id="13" name="object 13"/>
              <p:cNvSpPr/>
              <p:nvPr/>
            </p:nvSpPr>
            <p:spPr>
              <a:xfrm>
                <a:off x="6479501" y="4051564"/>
                <a:ext cx="36830" cy="36830"/>
              </a:xfrm>
              <a:custGeom>
                <a:avLst/>
                <a:gdLst/>
                <a:ahLst/>
                <a:cxnLst/>
                <a:rect l="l" t="t" r="r" b="b"/>
                <a:pathLst>
                  <a:path w="36829" h="36830">
                    <a:moveTo>
                      <a:pt x="18287" y="0"/>
                    </a:moveTo>
                    <a:lnTo>
                      <a:pt x="11144" y="1428"/>
                    </a:lnTo>
                    <a:lnTo>
                      <a:pt x="5334" y="5334"/>
                    </a:lnTo>
                    <a:lnTo>
                      <a:pt x="1428" y="11144"/>
                    </a:lnTo>
                    <a:lnTo>
                      <a:pt x="0" y="18287"/>
                    </a:lnTo>
                    <a:lnTo>
                      <a:pt x="1428" y="25431"/>
                    </a:lnTo>
                    <a:lnTo>
                      <a:pt x="5334" y="31241"/>
                    </a:lnTo>
                    <a:lnTo>
                      <a:pt x="11144" y="35147"/>
                    </a:lnTo>
                    <a:lnTo>
                      <a:pt x="18287" y="36575"/>
                    </a:lnTo>
                    <a:lnTo>
                      <a:pt x="25431" y="35147"/>
                    </a:lnTo>
                    <a:lnTo>
                      <a:pt x="31241" y="31241"/>
                    </a:lnTo>
                    <a:lnTo>
                      <a:pt x="35147" y="25431"/>
                    </a:lnTo>
                    <a:lnTo>
                      <a:pt x="36575" y="18287"/>
                    </a:lnTo>
                    <a:lnTo>
                      <a:pt x="35147" y="11144"/>
                    </a:lnTo>
                    <a:lnTo>
                      <a:pt x="31241" y="5334"/>
                    </a:lnTo>
                    <a:lnTo>
                      <a:pt x="25431" y="1428"/>
                    </a:lnTo>
                    <a:lnTo>
                      <a:pt x="18287" y="0"/>
                    </a:lnTo>
                    <a:close/>
                  </a:path>
                </a:pathLst>
              </a:custGeom>
              <a:solidFill>
                <a:srgbClr val="6F83A8"/>
              </a:solidFill>
            </p:spPr>
            <p:txBody>
              <a:bodyPr wrap="square" lIns="0" tIns="0" rIns="0" bIns="0" rtlCol="0"/>
              <a:lstStyle/>
              <a:p>
                <a:pPr algn="ctr"/>
                <a:endParaRPr/>
              </a:p>
            </p:txBody>
          </p:sp>
          <p:sp>
            <p:nvSpPr>
              <p:cNvPr id="14" name="object 14"/>
              <p:cNvSpPr/>
              <p:nvPr/>
            </p:nvSpPr>
            <p:spPr>
              <a:xfrm>
                <a:off x="6479501" y="4051564"/>
                <a:ext cx="36830" cy="36830"/>
              </a:xfrm>
              <a:custGeom>
                <a:avLst/>
                <a:gdLst/>
                <a:ahLst/>
                <a:cxnLst/>
                <a:rect l="l" t="t" r="r" b="b"/>
                <a:pathLst>
                  <a:path w="36829" h="36830">
                    <a:moveTo>
                      <a:pt x="0" y="18287"/>
                    </a:moveTo>
                    <a:lnTo>
                      <a:pt x="1428" y="11144"/>
                    </a:lnTo>
                    <a:lnTo>
                      <a:pt x="5334"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4" y="31241"/>
                    </a:lnTo>
                    <a:lnTo>
                      <a:pt x="1428" y="25431"/>
                    </a:lnTo>
                    <a:lnTo>
                      <a:pt x="0" y="18287"/>
                    </a:lnTo>
                    <a:close/>
                  </a:path>
                </a:pathLst>
              </a:custGeom>
              <a:ln w="9144">
                <a:solidFill>
                  <a:srgbClr val="000000"/>
                </a:solidFill>
              </a:ln>
            </p:spPr>
            <p:txBody>
              <a:bodyPr wrap="square" lIns="0" tIns="0" rIns="0" bIns="0" rtlCol="0"/>
              <a:lstStyle/>
              <a:p>
                <a:pPr algn="ctr"/>
                <a:endParaRPr/>
              </a:p>
            </p:txBody>
          </p:sp>
          <p:sp>
            <p:nvSpPr>
              <p:cNvPr id="15" name="object 15"/>
              <p:cNvSpPr/>
              <p:nvPr/>
            </p:nvSpPr>
            <p:spPr>
              <a:xfrm>
                <a:off x="6605994" y="4051564"/>
                <a:ext cx="36830" cy="36830"/>
              </a:xfrm>
              <a:custGeom>
                <a:avLst/>
                <a:gdLst/>
                <a:ahLst/>
                <a:cxnLst/>
                <a:rect l="l" t="t" r="r" b="b"/>
                <a:pathLst>
                  <a:path w="36829" h="36830">
                    <a:moveTo>
                      <a:pt x="18287" y="0"/>
                    </a:moveTo>
                    <a:lnTo>
                      <a:pt x="11144" y="1428"/>
                    </a:lnTo>
                    <a:lnTo>
                      <a:pt x="5333" y="5334"/>
                    </a:lnTo>
                    <a:lnTo>
                      <a:pt x="1428" y="11144"/>
                    </a:lnTo>
                    <a:lnTo>
                      <a:pt x="0" y="18287"/>
                    </a:lnTo>
                    <a:lnTo>
                      <a:pt x="1428" y="25431"/>
                    </a:lnTo>
                    <a:lnTo>
                      <a:pt x="5333" y="31241"/>
                    </a:lnTo>
                    <a:lnTo>
                      <a:pt x="11144" y="35147"/>
                    </a:lnTo>
                    <a:lnTo>
                      <a:pt x="18287" y="36575"/>
                    </a:lnTo>
                    <a:lnTo>
                      <a:pt x="25431" y="35147"/>
                    </a:lnTo>
                    <a:lnTo>
                      <a:pt x="31241" y="31241"/>
                    </a:lnTo>
                    <a:lnTo>
                      <a:pt x="35147" y="25431"/>
                    </a:lnTo>
                    <a:lnTo>
                      <a:pt x="36575" y="18287"/>
                    </a:lnTo>
                    <a:lnTo>
                      <a:pt x="35147" y="11144"/>
                    </a:lnTo>
                    <a:lnTo>
                      <a:pt x="31241" y="5334"/>
                    </a:lnTo>
                    <a:lnTo>
                      <a:pt x="25431" y="1428"/>
                    </a:lnTo>
                    <a:lnTo>
                      <a:pt x="18287" y="0"/>
                    </a:lnTo>
                    <a:close/>
                  </a:path>
                </a:pathLst>
              </a:custGeom>
              <a:solidFill>
                <a:srgbClr val="6F83A8"/>
              </a:solidFill>
            </p:spPr>
            <p:txBody>
              <a:bodyPr wrap="square" lIns="0" tIns="0" rIns="0" bIns="0" rtlCol="0"/>
              <a:lstStyle/>
              <a:p>
                <a:pPr algn="ctr"/>
                <a:endParaRPr/>
              </a:p>
            </p:txBody>
          </p:sp>
          <p:sp>
            <p:nvSpPr>
              <p:cNvPr id="16" name="object 16"/>
              <p:cNvSpPr/>
              <p:nvPr/>
            </p:nvSpPr>
            <p:spPr>
              <a:xfrm>
                <a:off x="6605994" y="4051564"/>
                <a:ext cx="36830" cy="36830"/>
              </a:xfrm>
              <a:custGeom>
                <a:avLst/>
                <a:gdLst/>
                <a:ahLst/>
                <a:cxnLst/>
                <a:rect l="l" t="t" r="r" b="b"/>
                <a:pathLst>
                  <a:path w="36829" h="36830">
                    <a:moveTo>
                      <a:pt x="0" y="18287"/>
                    </a:moveTo>
                    <a:lnTo>
                      <a:pt x="1428" y="11144"/>
                    </a:lnTo>
                    <a:lnTo>
                      <a:pt x="5333" y="5334"/>
                    </a:lnTo>
                    <a:lnTo>
                      <a:pt x="11144" y="1428"/>
                    </a:lnTo>
                    <a:lnTo>
                      <a:pt x="18287" y="0"/>
                    </a:lnTo>
                    <a:lnTo>
                      <a:pt x="25431" y="1428"/>
                    </a:lnTo>
                    <a:lnTo>
                      <a:pt x="31241" y="5334"/>
                    </a:lnTo>
                    <a:lnTo>
                      <a:pt x="35147" y="11144"/>
                    </a:lnTo>
                    <a:lnTo>
                      <a:pt x="36575" y="18287"/>
                    </a:lnTo>
                    <a:lnTo>
                      <a:pt x="35147" y="25431"/>
                    </a:lnTo>
                    <a:lnTo>
                      <a:pt x="31241" y="31241"/>
                    </a:lnTo>
                    <a:lnTo>
                      <a:pt x="25431" y="35147"/>
                    </a:lnTo>
                    <a:lnTo>
                      <a:pt x="18287" y="36575"/>
                    </a:lnTo>
                    <a:lnTo>
                      <a:pt x="11144" y="35147"/>
                    </a:lnTo>
                    <a:lnTo>
                      <a:pt x="5333" y="31241"/>
                    </a:lnTo>
                    <a:lnTo>
                      <a:pt x="1428" y="25431"/>
                    </a:lnTo>
                    <a:lnTo>
                      <a:pt x="0" y="18287"/>
                    </a:lnTo>
                    <a:close/>
                  </a:path>
                </a:pathLst>
              </a:custGeom>
              <a:ln w="9144">
                <a:solidFill>
                  <a:srgbClr val="000000"/>
                </a:solidFill>
              </a:ln>
            </p:spPr>
            <p:txBody>
              <a:bodyPr wrap="square" lIns="0" tIns="0" rIns="0" bIns="0" rtlCol="0"/>
              <a:lstStyle/>
              <a:p>
                <a:pPr algn="ctr"/>
                <a:endParaRPr/>
              </a:p>
            </p:txBody>
          </p:sp>
        </p:grpSp>
        <p:grpSp>
          <p:nvGrpSpPr>
            <p:cNvPr id="29" name="Group 28">
              <a:extLst>
                <a:ext uri="{FF2B5EF4-FFF2-40B4-BE49-F238E27FC236}">
                  <a16:creationId xmlns:a16="http://schemas.microsoft.com/office/drawing/2014/main" id="{469872A5-5D6F-09A3-1881-CD94A64ED493}"/>
                </a:ext>
              </a:extLst>
            </p:cNvPr>
            <p:cNvGrpSpPr/>
            <p:nvPr/>
          </p:nvGrpSpPr>
          <p:grpSpPr>
            <a:xfrm>
              <a:off x="7846964" y="4227821"/>
              <a:ext cx="914400" cy="938492"/>
              <a:chOff x="7846964" y="4227821"/>
              <a:chExt cx="914400" cy="938492"/>
            </a:xfrm>
          </p:grpSpPr>
          <p:sp>
            <p:nvSpPr>
              <p:cNvPr id="9" name="object 9"/>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N</a:t>
                </a:r>
                <a:endParaRPr sz="1400" b="1" dirty="0">
                  <a:latin typeface="Arial"/>
                  <a:cs typeface="Arial"/>
                </a:endParaRPr>
              </a:p>
            </p:txBody>
          </p:sp>
          <p:sp>
            <p:nvSpPr>
              <p:cNvPr id="27" name="object 27"/>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sp>
          <p:nvSpPr>
            <p:cNvPr id="5" name="object 4">
              <a:extLst>
                <a:ext uri="{FF2B5EF4-FFF2-40B4-BE49-F238E27FC236}">
                  <a16:creationId xmlns:a16="http://schemas.microsoft.com/office/drawing/2014/main" id="{A0CA4C35-84C1-4CAE-AAD0-4F9E6157BADF}"/>
                </a:ext>
              </a:extLst>
            </p:cNvPr>
            <p:cNvSpPr txBox="1"/>
            <p:nvPr/>
          </p:nvSpPr>
          <p:spPr>
            <a:xfrm>
              <a:off x="3338538" y="5580667"/>
              <a:ext cx="5422826" cy="314189"/>
            </a:xfrm>
            <a:prstGeom prst="rect">
              <a:avLst/>
            </a:prstGeom>
            <a:solidFill>
              <a:srgbClr val="00B050"/>
            </a:solidFill>
            <a:ln w="12192">
              <a:noFill/>
            </a:ln>
          </p:spPr>
          <p:txBody>
            <a:bodyPr vert="horz" wrap="square" lIns="0" tIns="67310" rIns="0" bIns="0" rtlCol="0">
              <a:spAutoFit/>
            </a:bodyPr>
            <a:lstStyle/>
            <a:p>
              <a:pPr marL="80010" algn="ctr">
                <a:lnSpc>
                  <a:spcPct val="100000"/>
                </a:lnSpc>
                <a:spcBef>
                  <a:spcPts val="530"/>
                </a:spcBef>
              </a:pPr>
              <a:r>
                <a:rPr lang="en-US" sz="1600" spc="-10" dirty="0">
                  <a:solidFill>
                    <a:srgbClr val="FFFFFF"/>
                  </a:solidFill>
                  <a:latin typeface="Arial" panose="020B0604020202020204" pitchFamily="34" charset="0"/>
                  <a:cs typeface="Arial" panose="020B0604020202020204" pitchFamily="34" charset="0"/>
                </a:rPr>
                <a:t>Host Operating System</a:t>
              </a:r>
              <a:endParaRPr sz="1600" dirty="0">
                <a:latin typeface="Arial" panose="020B0604020202020204" pitchFamily="34" charset="0"/>
                <a:cs typeface="Arial" panose="020B0604020202020204" pitchFamily="34" charset="0"/>
              </a:endParaRPr>
            </a:p>
          </p:txBody>
        </p:sp>
        <p:grpSp>
          <p:nvGrpSpPr>
            <p:cNvPr id="30" name="Group 29">
              <a:extLst>
                <a:ext uri="{FF2B5EF4-FFF2-40B4-BE49-F238E27FC236}">
                  <a16:creationId xmlns:a16="http://schemas.microsoft.com/office/drawing/2014/main" id="{C99D4EAD-6E46-A9AD-39E2-B8A14E6861F1}"/>
                </a:ext>
              </a:extLst>
            </p:cNvPr>
            <p:cNvGrpSpPr/>
            <p:nvPr/>
          </p:nvGrpSpPr>
          <p:grpSpPr>
            <a:xfrm>
              <a:off x="3324046" y="4210568"/>
              <a:ext cx="914400" cy="938492"/>
              <a:chOff x="7846964" y="4227821"/>
              <a:chExt cx="914400" cy="938492"/>
            </a:xfrm>
          </p:grpSpPr>
          <p:sp>
            <p:nvSpPr>
              <p:cNvPr id="31" name="object 9">
                <a:extLst>
                  <a:ext uri="{FF2B5EF4-FFF2-40B4-BE49-F238E27FC236}">
                    <a16:creationId xmlns:a16="http://schemas.microsoft.com/office/drawing/2014/main" id="{4C767FBB-5174-0EE0-A2A2-3B0E68FC038D}"/>
                  </a:ext>
                </a:extLst>
              </p:cNvPr>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1</a:t>
                </a:r>
                <a:endParaRPr sz="1400" b="1" dirty="0">
                  <a:latin typeface="Arial"/>
                  <a:cs typeface="Arial"/>
                </a:endParaRPr>
              </a:p>
            </p:txBody>
          </p:sp>
          <p:sp>
            <p:nvSpPr>
              <p:cNvPr id="32" name="object 27">
                <a:extLst>
                  <a:ext uri="{FF2B5EF4-FFF2-40B4-BE49-F238E27FC236}">
                    <a16:creationId xmlns:a16="http://schemas.microsoft.com/office/drawing/2014/main" id="{6D50CF42-5A1E-E39E-0EAE-17F193C709BE}"/>
                  </a:ext>
                </a:extLst>
              </p:cNvPr>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grpSp>
          <p:nvGrpSpPr>
            <p:cNvPr id="34" name="Group 33">
              <a:extLst>
                <a:ext uri="{FF2B5EF4-FFF2-40B4-BE49-F238E27FC236}">
                  <a16:creationId xmlns:a16="http://schemas.microsoft.com/office/drawing/2014/main" id="{8D82C13A-901A-9C1A-98D4-7BAE881CF8AE}"/>
                </a:ext>
              </a:extLst>
            </p:cNvPr>
            <p:cNvGrpSpPr/>
            <p:nvPr/>
          </p:nvGrpSpPr>
          <p:grpSpPr>
            <a:xfrm>
              <a:off x="4450411" y="4210568"/>
              <a:ext cx="914400" cy="938492"/>
              <a:chOff x="7846964" y="4227821"/>
              <a:chExt cx="914400" cy="938492"/>
            </a:xfrm>
          </p:grpSpPr>
          <p:sp>
            <p:nvSpPr>
              <p:cNvPr id="35" name="object 9">
                <a:extLst>
                  <a:ext uri="{FF2B5EF4-FFF2-40B4-BE49-F238E27FC236}">
                    <a16:creationId xmlns:a16="http://schemas.microsoft.com/office/drawing/2014/main" id="{73A1A626-8E8A-0BE2-BC94-DC9C74D8508B}"/>
                  </a:ext>
                </a:extLst>
              </p:cNvPr>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2</a:t>
                </a:r>
                <a:endParaRPr sz="1400" b="1" dirty="0">
                  <a:latin typeface="Arial"/>
                  <a:cs typeface="Arial"/>
                </a:endParaRPr>
              </a:p>
            </p:txBody>
          </p:sp>
          <p:sp>
            <p:nvSpPr>
              <p:cNvPr id="36" name="object 27">
                <a:extLst>
                  <a:ext uri="{FF2B5EF4-FFF2-40B4-BE49-F238E27FC236}">
                    <a16:creationId xmlns:a16="http://schemas.microsoft.com/office/drawing/2014/main" id="{390BEB96-911F-87FE-F2D3-EBE61F588A62}"/>
                  </a:ext>
                </a:extLst>
              </p:cNvPr>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grpSp>
          <p:nvGrpSpPr>
            <p:cNvPr id="37" name="Group 36">
              <a:extLst>
                <a:ext uri="{FF2B5EF4-FFF2-40B4-BE49-F238E27FC236}">
                  <a16:creationId xmlns:a16="http://schemas.microsoft.com/office/drawing/2014/main" id="{6C92FD89-3262-7C30-B55A-ADF639DF8F47}"/>
                </a:ext>
              </a:extLst>
            </p:cNvPr>
            <p:cNvGrpSpPr/>
            <p:nvPr/>
          </p:nvGrpSpPr>
          <p:grpSpPr>
            <a:xfrm>
              <a:off x="5585505" y="4210568"/>
              <a:ext cx="914400" cy="938492"/>
              <a:chOff x="7846964" y="4227821"/>
              <a:chExt cx="914400" cy="938492"/>
            </a:xfrm>
          </p:grpSpPr>
          <p:sp>
            <p:nvSpPr>
              <p:cNvPr id="38" name="object 9">
                <a:extLst>
                  <a:ext uri="{FF2B5EF4-FFF2-40B4-BE49-F238E27FC236}">
                    <a16:creationId xmlns:a16="http://schemas.microsoft.com/office/drawing/2014/main" id="{14F3805E-0D6B-05F2-5773-E8EFFE7CAC8A}"/>
                  </a:ext>
                </a:extLst>
              </p:cNvPr>
              <p:cNvSpPr txBox="1"/>
              <p:nvPr/>
            </p:nvSpPr>
            <p:spPr>
              <a:xfrm>
                <a:off x="7846964" y="4227821"/>
                <a:ext cx="914400" cy="339837"/>
              </a:xfrm>
              <a:prstGeom prst="rect">
                <a:avLst/>
              </a:prstGeom>
              <a:solidFill>
                <a:srgbClr val="E9A317"/>
              </a:solidFill>
              <a:ln w="12192">
                <a:noFill/>
              </a:ln>
            </p:spPr>
            <p:txBody>
              <a:bodyPr vert="horz" wrap="square" lIns="0" tIns="92710" rIns="0" bIns="0" rtlCol="0">
                <a:spAutoFit/>
              </a:bodyPr>
              <a:lstStyle/>
              <a:p>
                <a:pPr marL="88265" algn="ctr">
                  <a:lnSpc>
                    <a:spcPct val="100000"/>
                  </a:lnSpc>
                  <a:spcBef>
                    <a:spcPts val="730"/>
                  </a:spcBef>
                </a:pPr>
                <a:r>
                  <a:rPr lang="en-US" sz="1600" b="1" spc="-5" dirty="0">
                    <a:latin typeface="Arial"/>
                    <a:cs typeface="Arial"/>
                  </a:rPr>
                  <a:t>App 3</a:t>
                </a:r>
                <a:endParaRPr sz="1400" b="1" dirty="0">
                  <a:latin typeface="Arial"/>
                  <a:cs typeface="Arial"/>
                </a:endParaRPr>
              </a:p>
            </p:txBody>
          </p:sp>
          <p:sp>
            <p:nvSpPr>
              <p:cNvPr id="39" name="object 27">
                <a:extLst>
                  <a:ext uri="{FF2B5EF4-FFF2-40B4-BE49-F238E27FC236}">
                    <a16:creationId xmlns:a16="http://schemas.microsoft.com/office/drawing/2014/main" id="{6049D03F-725A-01AE-FAD6-F676D6627C4B}"/>
                  </a:ext>
                </a:extLst>
              </p:cNvPr>
              <p:cNvSpPr txBox="1"/>
              <p:nvPr/>
            </p:nvSpPr>
            <p:spPr>
              <a:xfrm>
                <a:off x="7846964" y="4617673"/>
                <a:ext cx="914400" cy="548640"/>
              </a:xfrm>
              <a:prstGeom prst="rect">
                <a:avLst/>
              </a:prstGeom>
              <a:solidFill>
                <a:schemeClr val="accent2">
                  <a:lumMod val="50000"/>
                </a:schemeClr>
              </a:solidFill>
            </p:spPr>
            <p:txBody>
              <a:bodyPr vert="horz" wrap="square" lIns="0" tIns="13335" rIns="0" bIns="0" rtlCol="0">
                <a:spAutoFit/>
              </a:bodyPr>
              <a:lstStyle/>
              <a:p>
                <a:pPr marL="82550" algn="ctr">
                  <a:lnSpc>
                    <a:spcPct val="100000"/>
                  </a:lnSpc>
                  <a:spcBef>
                    <a:spcPts val="15"/>
                  </a:spcBef>
                </a:pPr>
                <a:r>
                  <a:rPr sz="1600" b="1" dirty="0">
                    <a:solidFill>
                      <a:schemeClr val="bg1"/>
                    </a:solidFill>
                    <a:latin typeface="Arial"/>
                    <a:cs typeface="Arial"/>
                  </a:rPr>
                  <a:t>Guest</a:t>
                </a:r>
                <a:r>
                  <a:rPr sz="1600" b="1" spc="-70" dirty="0">
                    <a:solidFill>
                      <a:schemeClr val="bg1"/>
                    </a:solidFill>
                    <a:latin typeface="Arial"/>
                    <a:cs typeface="Arial"/>
                  </a:rPr>
                  <a:t> </a:t>
                </a:r>
                <a:endParaRPr lang="en-US" sz="1600" b="1" spc="-70" dirty="0">
                  <a:solidFill>
                    <a:schemeClr val="bg1"/>
                  </a:solidFill>
                  <a:latin typeface="Arial"/>
                  <a:cs typeface="Arial"/>
                </a:endParaRPr>
              </a:p>
              <a:p>
                <a:pPr marL="82550" algn="ctr">
                  <a:lnSpc>
                    <a:spcPct val="100000"/>
                  </a:lnSpc>
                  <a:spcBef>
                    <a:spcPts val="15"/>
                  </a:spcBef>
                </a:pPr>
                <a:r>
                  <a:rPr sz="1600" b="1" dirty="0">
                    <a:solidFill>
                      <a:schemeClr val="bg1"/>
                    </a:solidFill>
                    <a:latin typeface="Arial"/>
                    <a:cs typeface="Arial"/>
                  </a:rPr>
                  <a:t>OS</a:t>
                </a:r>
                <a:endParaRPr sz="1600" dirty="0">
                  <a:solidFill>
                    <a:schemeClr val="bg1"/>
                  </a:solidFill>
                  <a:latin typeface="Arial"/>
                  <a:cs typeface="Arial"/>
                </a:endParaRPr>
              </a:p>
            </p:txBody>
          </p:sp>
        </p:grpSp>
        <p:sp>
          <p:nvSpPr>
            <p:cNvPr id="40" name="Rectangle 39">
              <a:extLst>
                <a:ext uri="{FF2B5EF4-FFF2-40B4-BE49-F238E27FC236}">
                  <a16:creationId xmlns:a16="http://schemas.microsoft.com/office/drawing/2014/main" id="{1DB03114-3847-0040-6D11-D99403FAE3B4}"/>
                </a:ext>
              </a:extLst>
            </p:cNvPr>
            <p:cNvSpPr/>
            <p:nvPr/>
          </p:nvSpPr>
          <p:spPr>
            <a:xfrm>
              <a:off x="3183262" y="4118212"/>
              <a:ext cx="6400800" cy="103084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bject 9">
              <a:extLst>
                <a:ext uri="{FF2B5EF4-FFF2-40B4-BE49-F238E27FC236}">
                  <a16:creationId xmlns:a16="http://schemas.microsoft.com/office/drawing/2014/main" id="{BDCDC7B8-A39B-7BBF-6141-AAEA0893FBEA}"/>
                </a:ext>
              </a:extLst>
            </p:cNvPr>
            <p:cNvSpPr txBox="1"/>
            <p:nvPr/>
          </p:nvSpPr>
          <p:spPr>
            <a:xfrm>
              <a:off x="8866418" y="4431108"/>
              <a:ext cx="640080" cy="647613"/>
            </a:xfrm>
            <a:prstGeom prst="rect">
              <a:avLst/>
            </a:prstGeom>
            <a:noFill/>
            <a:ln w="12192">
              <a:noFill/>
            </a:ln>
          </p:spPr>
          <p:txBody>
            <a:bodyPr vert="horz" wrap="square" lIns="0" tIns="92710" rIns="0" bIns="0" rtlCol="0">
              <a:spAutoFit/>
            </a:bodyPr>
            <a:lstStyle/>
            <a:p>
              <a:pPr marL="88265" algn="ctr">
                <a:lnSpc>
                  <a:spcPct val="100000"/>
                </a:lnSpc>
                <a:spcBef>
                  <a:spcPts val="730"/>
                </a:spcBef>
              </a:pPr>
              <a:r>
                <a:rPr lang="en-US" b="1" spc="-5" dirty="0">
                  <a:latin typeface="Arial"/>
                  <a:cs typeface="Arial"/>
                </a:rPr>
                <a:t>VMs</a:t>
              </a:r>
              <a:endParaRPr sz="1600" b="1" dirty="0">
                <a:latin typeface="Arial"/>
                <a:cs typeface="Arial"/>
              </a:endParaRPr>
            </a:p>
          </p:txBody>
        </p:sp>
      </p:grpSp>
      <p:grpSp>
        <p:nvGrpSpPr>
          <p:cNvPr id="45" name="Group 44">
            <a:extLst>
              <a:ext uri="{FF2B5EF4-FFF2-40B4-BE49-F238E27FC236}">
                <a16:creationId xmlns:a16="http://schemas.microsoft.com/office/drawing/2014/main" id="{FF12228B-26A9-94A1-9661-A10ABCC8E5FC}"/>
              </a:ext>
            </a:extLst>
          </p:cNvPr>
          <p:cNvGrpSpPr/>
          <p:nvPr/>
        </p:nvGrpSpPr>
        <p:grpSpPr>
          <a:xfrm>
            <a:off x="7414780" y="3773800"/>
            <a:ext cx="640080" cy="640080"/>
            <a:chOff x="9868619" y="4534626"/>
            <a:chExt cx="640080" cy="640080"/>
          </a:xfrm>
        </p:grpSpPr>
        <p:sp>
          <p:nvSpPr>
            <p:cNvPr id="43" name="Oval 42">
              <a:extLst>
                <a:ext uri="{FF2B5EF4-FFF2-40B4-BE49-F238E27FC236}">
                  <a16:creationId xmlns:a16="http://schemas.microsoft.com/office/drawing/2014/main" id="{CA489688-353E-924D-43BA-20DAE72B528C}"/>
                </a:ext>
              </a:extLst>
            </p:cNvPr>
            <p:cNvSpPr/>
            <p:nvPr/>
          </p:nvSpPr>
          <p:spPr>
            <a:xfrm>
              <a:off x="9868619" y="4534626"/>
              <a:ext cx="640080" cy="64008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Multiplication Sign 43">
              <a:extLst>
                <a:ext uri="{FF2B5EF4-FFF2-40B4-BE49-F238E27FC236}">
                  <a16:creationId xmlns:a16="http://schemas.microsoft.com/office/drawing/2014/main" id="{5FF15CF5-EE39-A12B-1F6A-8CFEF6F6CB00}"/>
                </a:ext>
              </a:extLst>
            </p:cNvPr>
            <p:cNvSpPr/>
            <p:nvPr/>
          </p:nvSpPr>
          <p:spPr>
            <a:xfrm>
              <a:off x="9906457" y="4595674"/>
              <a:ext cx="548640" cy="548640"/>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C7E5896C-83B7-2258-E949-3917EBCA391A}"/>
              </a:ext>
            </a:extLst>
          </p:cNvPr>
          <p:cNvGrpSpPr/>
          <p:nvPr/>
        </p:nvGrpSpPr>
        <p:grpSpPr>
          <a:xfrm>
            <a:off x="4023822" y="3743669"/>
            <a:ext cx="672124" cy="693715"/>
            <a:chOff x="9952280" y="4828302"/>
            <a:chExt cx="672124" cy="693715"/>
          </a:xfrm>
        </p:grpSpPr>
        <p:sp>
          <p:nvSpPr>
            <p:cNvPr id="47" name="Oval 46">
              <a:extLst>
                <a:ext uri="{FF2B5EF4-FFF2-40B4-BE49-F238E27FC236}">
                  <a16:creationId xmlns:a16="http://schemas.microsoft.com/office/drawing/2014/main" id="{499C76A1-463A-886B-DE82-9775CADA23CE}"/>
                </a:ext>
              </a:extLst>
            </p:cNvPr>
            <p:cNvSpPr/>
            <p:nvPr/>
          </p:nvSpPr>
          <p:spPr>
            <a:xfrm>
              <a:off x="9952280" y="4828302"/>
              <a:ext cx="640080" cy="64008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0AA6129-01C7-D1FD-D659-9829AA75B8A4}"/>
                </a:ext>
              </a:extLst>
            </p:cNvPr>
            <p:cNvSpPr txBox="1"/>
            <p:nvPr/>
          </p:nvSpPr>
          <p:spPr>
            <a:xfrm>
              <a:off x="10004740" y="4875686"/>
              <a:ext cx="619664" cy="646331"/>
            </a:xfrm>
            <a:prstGeom prst="rect">
              <a:avLst/>
            </a:prstGeom>
            <a:noFill/>
          </p:spPr>
          <p:txBody>
            <a:bodyPr wrap="square">
              <a:spAutoFit/>
            </a:bodyPr>
            <a:lstStyle/>
            <a:p>
              <a:r>
                <a:rPr lang="en-US" sz="3600" b="1" i="0" dirty="0">
                  <a:solidFill>
                    <a:schemeClr val="bg1"/>
                  </a:solidFill>
                  <a:effectLst/>
                  <a:latin typeface="Arial" panose="020B0604020202020204" pitchFamily="34" charset="0"/>
                </a:rPr>
                <a:t>🗸</a:t>
              </a:r>
              <a:endParaRPr lang="en-US" sz="3600" dirty="0">
                <a:solidFill>
                  <a:schemeClr val="bg1"/>
                </a:solidFill>
              </a:endParaRPr>
            </a:p>
          </p:txBody>
        </p:sp>
      </p:grpSp>
      <p:grpSp>
        <p:nvGrpSpPr>
          <p:cNvPr id="52" name="Group 51">
            <a:extLst>
              <a:ext uri="{FF2B5EF4-FFF2-40B4-BE49-F238E27FC236}">
                <a16:creationId xmlns:a16="http://schemas.microsoft.com/office/drawing/2014/main" id="{BB017410-4126-2940-D100-1D7F2B699CC9}"/>
              </a:ext>
            </a:extLst>
          </p:cNvPr>
          <p:cNvGrpSpPr/>
          <p:nvPr/>
        </p:nvGrpSpPr>
        <p:grpSpPr>
          <a:xfrm>
            <a:off x="2943505" y="3753234"/>
            <a:ext cx="672124" cy="693715"/>
            <a:chOff x="9952280" y="4828302"/>
            <a:chExt cx="672124" cy="693715"/>
          </a:xfrm>
        </p:grpSpPr>
        <p:sp>
          <p:nvSpPr>
            <p:cNvPr id="53" name="Oval 52">
              <a:extLst>
                <a:ext uri="{FF2B5EF4-FFF2-40B4-BE49-F238E27FC236}">
                  <a16:creationId xmlns:a16="http://schemas.microsoft.com/office/drawing/2014/main" id="{7B2DC804-F0CE-B344-58F4-BA9D0B5CE36E}"/>
                </a:ext>
              </a:extLst>
            </p:cNvPr>
            <p:cNvSpPr/>
            <p:nvPr/>
          </p:nvSpPr>
          <p:spPr>
            <a:xfrm>
              <a:off x="9952280" y="4828302"/>
              <a:ext cx="640080" cy="64008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B228D164-2DA3-12D4-6506-711C20182890}"/>
                </a:ext>
              </a:extLst>
            </p:cNvPr>
            <p:cNvSpPr txBox="1"/>
            <p:nvPr/>
          </p:nvSpPr>
          <p:spPr>
            <a:xfrm>
              <a:off x="10004740" y="4875686"/>
              <a:ext cx="619664" cy="646331"/>
            </a:xfrm>
            <a:prstGeom prst="rect">
              <a:avLst/>
            </a:prstGeom>
            <a:noFill/>
          </p:spPr>
          <p:txBody>
            <a:bodyPr wrap="square">
              <a:spAutoFit/>
            </a:bodyPr>
            <a:lstStyle/>
            <a:p>
              <a:r>
                <a:rPr lang="en-US" sz="3600" b="1" i="0" dirty="0">
                  <a:solidFill>
                    <a:schemeClr val="bg1"/>
                  </a:solidFill>
                  <a:effectLst/>
                  <a:latin typeface="Arial" panose="020B0604020202020204" pitchFamily="34" charset="0"/>
                </a:rPr>
                <a:t>🗸</a:t>
              </a:r>
              <a:endParaRPr lang="en-US" sz="3600" dirty="0">
                <a:solidFill>
                  <a:schemeClr val="bg1"/>
                </a:solidFill>
              </a:endParaRPr>
            </a:p>
          </p:txBody>
        </p:sp>
      </p:grpSp>
      <p:grpSp>
        <p:nvGrpSpPr>
          <p:cNvPr id="55" name="Group 54">
            <a:extLst>
              <a:ext uri="{FF2B5EF4-FFF2-40B4-BE49-F238E27FC236}">
                <a16:creationId xmlns:a16="http://schemas.microsoft.com/office/drawing/2014/main" id="{1E7F6811-7473-5118-2720-91DFD9FA8EA6}"/>
              </a:ext>
            </a:extLst>
          </p:cNvPr>
          <p:cNvGrpSpPr/>
          <p:nvPr/>
        </p:nvGrpSpPr>
        <p:grpSpPr>
          <a:xfrm>
            <a:off x="5229291" y="3756177"/>
            <a:ext cx="672124" cy="693715"/>
            <a:chOff x="9952280" y="4828302"/>
            <a:chExt cx="672124" cy="693715"/>
          </a:xfrm>
        </p:grpSpPr>
        <p:sp>
          <p:nvSpPr>
            <p:cNvPr id="56" name="Oval 55">
              <a:extLst>
                <a:ext uri="{FF2B5EF4-FFF2-40B4-BE49-F238E27FC236}">
                  <a16:creationId xmlns:a16="http://schemas.microsoft.com/office/drawing/2014/main" id="{E8E5494C-932E-E016-9666-5E18277624AD}"/>
                </a:ext>
              </a:extLst>
            </p:cNvPr>
            <p:cNvSpPr/>
            <p:nvPr/>
          </p:nvSpPr>
          <p:spPr>
            <a:xfrm>
              <a:off x="9952280" y="4828302"/>
              <a:ext cx="640080" cy="64008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33EEF407-B594-AF0A-75F9-9A8EE26C49EE}"/>
                </a:ext>
              </a:extLst>
            </p:cNvPr>
            <p:cNvSpPr txBox="1"/>
            <p:nvPr/>
          </p:nvSpPr>
          <p:spPr>
            <a:xfrm>
              <a:off x="10004740" y="4875686"/>
              <a:ext cx="619664" cy="646331"/>
            </a:xfrm>
            <a:prstGeom prst="rect">
              <a:avLst/>
            </a:prstGeom>
            <a:noFill/>
          </p:spPr>
          <p:txBody>
            <a:bodyPr wrap="square">
              <a:spAutoFit/>
            </a:bodyPr>
            <a:lstStyle/>
            <a:p>
              <a:r>
                <a:rPr lang="en-US" sz="3600" b="1" i="0" dirty="0">
                  <a:solidFill>
                    <a:schemeClr val="bg1"/>
                  </a:solidFill>
                  <a:effectLst/>
                  <a:latin typeface="Arial" panose="020B0604020202020204" pitchFamily="34" charset="0"/>
                </a:rPr>
                <a:t>🗸</a:t>
              </a:r>
              <a:endParaRPr lang="en-US" sz="3600" dirty="0">
                <a:solidFill>
                  <a:schemeClr val="bg1"/>
                </a:solidFill>
              </a:endParaRPr>
            </a:p>
          </p:txBody>
        </p:sp>
      </p:grpSp>
    </p:spTree>
    <p:custDataLst>
      <p:tags r:id="rId1"/>
    </p:custDataLst>
    <p:extLst>
      <p:ext uri="{BB962C8B-B14F-4D97-AF65-F5344CB8AC3E}">
        <p14:creationId xmlns:p14="http://schemas.microsoft.com/office/powerpoint/2010/main" val="115828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52174-EC54-7CAB-678F-CD87831FF78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D0727D6-EF25-068F-C640-9EFC9BB831A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Benefits of Virtualization</a:t>
            </a:r>
          </a:p>
        </p:txBody>
      </p:sp>
      <p:sp>
        <p:nvSpPr>
          <p:cNvPr id="3" name="Slide Number Placeholder 2">
            <a:extLst>
              <a:ext uri="{FF2B5EF4-FFF2-40B4-BE49-F238E27FC236}">
                <a16:creationId xmlns:a16="http://schemas.microsoft.com/office/drawing/2014/main" id="{8383EC5E-D533-4479-BDE8-22A4C69CFFD7}"/>
              </a:ext>
            </a:extLst>
          </p:cNvPr>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4916F587-088E-6BDD-6C20-C630FD7B1D41}"/>
              </a:ext>
            </a:extLst>
          </p:cNvPr>
          <p:cNvSpPr txBox="1">
            <a:spLocks noChangeArrowheads="1"/>
          </p:cNvSpPr>
          <p:nvPr/>
        </p:nvSpPr>
        <p:spPr>
          <a:xfrm>
            <a:off x="632151" y="1453241"/>
            <a:ext cx="10357902"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More flexible and efficient allocation of resources through server consolidation.</a:t>
            </a:r>
          </a:p>
          <a:p>
            <a:pPr algn="just">
              <a:spcBef>
                <a:spcPts val="1200"/>
              </a:spcBef>
            </a:pPr>
            <a:r>
              <a:rPr lang="en-US" dirty="0">
                <a:latin typeface="Arial" panose="020B0604020202020204" pitchFamily="34" charset="0"/>
                <a:cs typeface="Arial" panose="020B0604020202020204" pitchFamily="34" charset="0"/>
              </a:rPr>
              <a:t>Enhance development productivity.</a:t>
            </a:r>
          </a:p>
          <a:p>
            <a:pPr algn="just">
              <a:spcBef>
                <a:spcPts val="1200"/>
              </a:spcBef>
            </a:pPr>
            <a:r>
              <a:rPr lang="en-US" dirty="0">
                <a:latin typeface="Arial" panose="020B0604020202020204" pitchFamily="34" charset="0"/>
                <a:cs typeface="Arial" panose="020B0604020202020204" pitchFamily="34" charset="0"/>
              </a:rPr>
              <a:t>It lowers the cost of IT infrastructure.</a:t>
            </a:r>
          </a:p>
          <a:p>
            <a:pPr algn="just">
              <a:spcBef>
                <a:spcPts val="1200"/>
              </a:spcBef>
            </a:pPr>
            <a:r>
              <a:rPr lang="en-US" dirty="0">
                <a:latin typeface="Arial" panose="020B0604020202020204" pitchFamily="34" charset="0"/>
                <a:cs typeface="Arial" panose="020B0604020202020204" pitchFamily="34" charset="0"/>
              </a:rPr>
              <a:t>Remote access and rapid scalability.</a:t>
            </a:r>
          </a:p>
          <a:p>
            <a:pPr algn="just">
              <a:spcBef>
                <a:spcPts val="1200"/>
              </a:spcBef>
            </a:pPr>
            <a:r>
              <a:rPr lang="en-US" dirty="0">
                <a:latin typeface="Arial" panose="020B0604020202020204" pitchFamily="34" charset="0"/>
                <a:cs typeface="Arial" panose="020B0604020202020204" pitchFamily="34" charset="0"/>
              </a:rPr>
              <a:t>High availability and disaster recovery.</a:t>
            </a:r>
          </a:p>
          <a:p>
            <a:pPr algn="just">
              <a:spcBef>
                <a:spcPts val="1200"/>
              </a:spcBef>
            </a:pPr>
            <a:r>
              <a:rPr lang="en-US" dirty="0">
                <a:latin typeface="Arial" panose="020B0604020202020204" pitchFamily="34" charset="0"/>
                <a:cs typeface="Arial" panose="020B0604020202020204" pitchFamily="34" charset="0"/>
              </a:rPr>
              <a:t>Pay peruse of the IT infrastructure on demand.</a:t>
            </a:r>
          </a:p>
          <a:p>
            <a:pPr algn="just">
              <a:spcBef>
                <a:spcPts val="1200"/>
              </a:spcBef>
            </a:pPr>
            <a:r>
              <a:rPr lang="en-US" dirty="0">
                <a:latin typeface="Arial" panose="020B0604020202020204" pitchFamily="34" charset="0"/>
                <a:cs typeface="Arial" panose="020B0604020202020204" pitchFamily="34" charset="0"/>
              </a:rPr>
              <a:t>Enables running multiple operating systems.</a:t>
            </a:r>
          </a:p>
          <a:p>
            <a:pPr algn="just">
              <a:spcBef>
                <a:spcPts val="1200"/>
              </a:spcBef>
            </a:pPr>
            <a:r>
              <a:rPr lang="en-US" dirty="0">
                <a:latin typeface="Arial" panose="020B0604020202020204" pitchFamily="34" charset="0"/>
                <a:cs typeface="Arial" panose="020B0604020202020204" pitchFamily="34" charset="0"/>
              </a:rPr>
              <a:t>Hardware independence/portability</a:t>
            </a:r>
          </a:p>
          <a:p>
            <a:pPr algn="just">
              <a:spcBef>
                <a:spcPts val="1200"/>
              </a:spcBef>
            </a:pPr>
            <a:r>
              <a:rPr lang="en-US" dirty="0">
                <a:latin typeface="Arial" panose="020B0604020202020204" pitchFamily="34" charset="0"/>
                <a:cs typeface="Arial" panose="020B0604020202020204" pitchFamily="34" charset="0"/>
              </a:rPr>
              <a:t>Improved security</a:t>
            </a:r>
          </a:p>
          <a:p>
            <a:pPr algn="just">
              <a:spcBef>
                <a:spcPts val="1200"/>
              </a:spcBef>
            </a:pPr>
            <a:r>
              <a:rPr lang="en-US" dirty="0">
                <a:latin typeface="Arial" panose="020B0604020202020204" pitchFamily="34" charset="0"/>
                <a:cs typeface="Arial" panose="020B0604020202020204" pitchFamily="34" charset="0"/>
              </a:rPr>
              <a:t>Simplified administration</a:t>
            </a: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819457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F0CDF-F75C-C229-7297-537BDC4DD11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21D8A0D-045C-0C1D-499E-A8F48AF3F6B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Server Consolidation</a:t>
            </a:r>
          </a:p>
        </p:txBody>
      </p:sp>
      <p:sp>
        <p:nvSpPr>
          <p:cNvPr id="3" name="Slide Number Placeholder 2">
            <a:extLst>
              <a:ext uri="{FF2B5EF4-FFF2-40B4-BE49-F238E27FC236}">
                <a16:creationId xmlns:a16="http://schemas.microsoft.com/office/drawing/2014/main" id="{F4E4F73A-1D61-3052-6C2B-1BAD82D7F4CE}"/>
              </a:ext>
            </a:extLst>
          </p:cNvPr>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pic>
        <p:nvPicPr>
          <p:cNvPr id="10242" name="Picture 2" descr="C:\data\projects\real-time publishers\virtualization (computer associates)\Figures\01\DGVSM_01-08.png">
            <a:extLst>
              <a:ext uri="{FF2B5EF4-FFF2-40B4-BE49-F238E27FC236}">
                <a16:creationId xmlns:a16="http://schemas.microsoft.com/office/drawing/2014/main" id="{C61CCD66-D941-0914-8F49-31E4EF7931BA}"/>
              </a:ext>
            </a:extLst>
          </p:cNvPr>
          <p:cNvPicPr>
            <a:picLocks noChangeAspect="1" noChangeArrowheads="1"/>
          </p:cNvPicPr>
          <p:nvPr/>
        </p:nvPicPr>
        <p:blipFill>
          <a:blip r:embed="rId3"/>
          <a:srcRect/>
          <a:stretch>
            <a:fillRect/>
          </a:stretch>
        </p:blipFill>
        <p:spPr bwMode="auto">
          <a:xfrm>
            <a:off x="1490131" y="1422717"/>
            <a:ext cx="8510457" cy="4797461"/>
          </a:xfrm>
          <a:prstGeom prst="rect">
            <a:avLst/>
          </a:prstGeom>
          <a:ln>
            <a:noFill/>
          </a:ln>
          <a:effectLst/>
        </p:spPr>
      </p:pic>
    </p:spTree>
    <p:custDataLst>
      <p:tags r:id="rId1"/>
    </p:custDataLst>
    <p:extLst>
      <p:ext uri="{BB962C8B-B14F-4D97-AF65-F5344CB8AC3E}">
        <p14:creationId xmlns:p14="http://schemas.microsoft.com/office/powerpoint/2010/main" val="2049982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DBF5A-2F3A-BA30-AF76-F06150ABC85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B536D53-7279-FCB7-99C7-0BD9DD8AA81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Types of Virtualization</a:t>
            </a:r>
          </a:p>
        </p:txBody>
      </p:sp>
      <p:sp>
        <p:nvSpPr>
          <p:cNvPr id="3" name="Slide Number Placeholder 2">
            <a:extLst>
              <a:ext uri="{FF2B5EF4-FFF2-40B4-BE49-F238E27FC236}">
                <a16:creationId xmlns:a16="http://schemas.microsoft.com/office/drawing/2014/main" id="{81A9FB53-D2C3-F28C-F9B6-6F65E1729358}"/>
              </a:ext>
            </a:extLst>
          </p:cNvPr>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F761B8B6-E3D9-A658-D63B-18DE4AD7AEFE}"/>
              </a:ext>
            </a:extLst>
          </p:cNvPr>
          <p:cNvSpPr txBox="1">
            <a:spLocks noChangeArrowheads="1"/>
          </p:cNvSpPr>
          <p:nvPr/>
        </p:nvSpPr>
        <p:spPr>
          <a:xfrm>
            <a:off x="632151" y="1453241"/>
            <a:ext cx="1043095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Application Virtualization</a:t>
            </a:r>
          </a:p>
          <a:p>
            <a:pPr algn="just">
              <a:spcBef>
                <a:spcPts val="1200"/>
              </a:spcBef>
            </a:pPr>
            <a:r>
              <a:rPr lang="en-US" dirty="0">
                <a:latin typeface="Arial" panose="020B0604020202020204" pitchFamily="34" charset="0"/>
                <a:cs typeface="Arial" panose="020B0604020202020204" pitchFamily="34" charset="0"/>
              </a:rPr>
              <a:t>Network Virtualization</a:t>
            </a:r>
          </a:p>
          <a:p>
            <a:pPr algn="just">
              <a:spcBef>
                <a:spcPts val="1200"/>
              </a:spcBef>
            </a:pPr>
            <a:r>
              <a:rPr lang="en-US" dirty="0">
                <a:latin typeface="Arial" panose="020B0604020202020204" pitchFamily="34" charset="0"/>
                <a:cs typeface="Arial" panose="020B0604020202020204" pitchFamily="34" charset="0"/>
              </a:rPr>
              <a:t>Desktop Virtualization</a:t>
            </a:r>
          </a:p>
          <a:p>
            <a:pPr algn="just">
              <a:spcBef>
                <a:spcPts val="1200"/>
              </a:spcBef>
            </a:pPr>
            <a:r>
              <a:rPr lang="en-US" dirty="0">
                <a:latin typeface="Arial" panose="020B0604020202020204" pitchFamily="34" charset="0"/>
                <a:cs typeface="Arial" panose="020B0604020202020204" pitchFamily="34" charset="0"/>
              </a:rPr>
              <a:t>Storage Virtualization</a:t>
            </a:r>
          </a:p>
          <a:p>
            <a:pPr algn="just">
              <a:spcBef>
                <a:spcPts val="1200"/>
              </a:spcBef>
            </a:pPr>
            <a:r>
              <a:rPr lang="en-US" dirty="0">
                <a:latin typeface="Arial" panose="020B0604020202020204" pitchFamily="34" charset="0"/>
                <a:cs typeface="Arial" panose="020B0604020202020204" pitchFamily="34" charset="0"/>
              </a:rPr>
              <a:t>Server Virtualization</a:t>
            </a:r>
          </a:p>
          <a:p>
            <a:pPr algn="just">
              <a:spcBef>
                <a:spcPts val="1200"/>
              </a:spcBef>
            </a:pPr>
            <a:r>
              <a:rPr lang="en-US" dirty="0">
                <a:latin typeface="Arial" panose="020B0604020202020204" pitchFamily="34" charset="0"/>
                <a:cs typeface="Arial" panose="020B0604020202020204" pitchFamily="34" charset="0"/>
              </a:rPr>
              <a:t>Data Virtualization</a:t>
            </a:r>
          </a:p>
        </p:txBody>
      </p:sp>
    </p:spTree>
    <p:custDataLst>
      <p:tags r:id="rId1"/>
    </p:custDataLst>
    <p:extLst>
      <p:ext uri="{BB962C8B-B14F-4D97-AF65-F5344CB8AC3E}">
        <p14:creationId xmlns:p14="http://schemas.microsoft.com/office/powerpoint/2010/main" val="715318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B828-89E2-DBD2-6EE6-FE209FEE71D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718655B-256E-C091-2AB2-1AFBA476E14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Application Virtualization</a:t>
            </a:r>
          </a:p>
        </p:txBody>
      </p:sp>
      <p:sp>
        <p:nvSpPr>
          <p:cNvPr id="3" name="Slide Number Placeholder 2">
            <a:extLst>
              <a:ext uri="{FF2B5EF4-FFF2-40B4-BE49-F238E27FC236}">
                <a16:creationId xmlns:a16="http://schemas.microsoft.com/office/drawing/2014/main" id="{277D49E9-1915-4A63-2C3E-52EF3F5CCE26}"/>
              </a:ext>
            </a:extLst>
          </p:cNvPr>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59A882A4-1859-D6BF-9D1C-E4179D92FBC2}"/>
              </a:ext>
            </a:extLst>
          </p:cNvPr>
          <p:cNvSpPr txBox="1">
            <a:spLocks noChangeArrowheads="1"/>
          </p:cNvSpPr>
          <p:nvPr/>
        </p:nvSpPr>
        <p:spPr>
          <a:xfrm>
            <a:off x="632151" y="1453241"/>
            <a:ext cx="1043095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Application virtualization helps a user to have remote access of an application from a server.</a:t>
            </a:r>
          </a:p>
          <a:p>
            <a:pPr algn="just">
              <a:spcBef>
                <a:spcPts val="1200"/>
              </a:spcBef>
            </a:pPr>
            <a:r>
              <a:rPr lang="en-US" dirty="0">
                <a:latin typeface="Arial" panose="020B0604020202020204" pitchFamily="34" charset="0"/>
                <a:cs typeface="Arial" panose="020B0604020202020204" pitchFamily="34" charset="0"/>
              </a:rPr>
              <a:t>The server stores all personal information and other characteristics of the application but can still run on a local workstation through the internet.</a:t>
            </a:r>
          </a:p>
          <a:p>
            <a:pPr algn="just">
              <a:spcBef>
                <a:spcPts val="1200"/>
              </a:spcBef>
            </a:pPr>
            <a:r>
              <a:rPr lang="en-US" dirty="0">
                <a:latin typeface="Arial" panose="020B0604020202020204" pitchFamily="34" charset="0"/>
                <a:cs typeface="Arial" panose="020B0604020202020204" pitchFamily="34" charset="0"/>
              </a:rPr>
              <a:t>Application virtualization software allows users to access and use an application from a separate computer than the one on which the application is installed.</a:t>
            </a:r>
          </a:p>
          <a:p>
            <a:pPr algn="just">
              <a:spcBef>
                <a:spcPts val="1200"/>
              </a:spcBef>
            </a:pPr>
            <a:r>
              <a:rPr lang="en-US" dirty="0">
                <a:latin typeface="Arial" panose="020B0604020202020204" pitchFamily="34" charset="0"/>
                <a:cs typeface="Arial" panose="020B0604020202020204" pitchFamily="34" charset="0"/>
              </a:rPr>
              <a:t>Using application virtualization software, IT admins can set up remote applications on a server and deliver the apps to an end user’s computer.</a:t>
            </a:r>
          </a:p>
          <a:p>
            <a:pPr algn="just">
              <a:spcBef>
                <a:spcPts val="1200"/>
              </a:spcBef>
            </a:pPr>
            <a:r>
              <a:rPr lang="en-US" dirty="0">
                <a:latin typeface="Arial" panose="020B0604020202020204" pitchFamily="34" charset="0"/>
                <a:cs typeface="Arial" panose="020B0604020202020204" pitchFamily="34" charset="0"/>
              </a:rPr>
              <a:t>For the user, the experience of the virtualized app is the same as using the installed app on a physical machine.</a:t>
            </a:r>
          </a:p>
        </p:txBody>
      </p:sp>
    </p:spTree>
    <p:custDataLst>
      <p:tags r:id="rId1"/>
    </p:custDataLst>
    <p:extLst>
      <p:ext uri="{BB962C8B-B14F-4D97-AF65-F5344CB8AC3E}">
        <p14:creationId xmlns:p14="http://schemas.microsoft.com/office/powerpoint/2010/main" val="2481918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FDA8A-71A1-F73A-6229-53701C6B50F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F1C4D21-504A-6DC6-9FF4-B91C606BB5D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Network Virtualization</a:t>
            </a:r>
          </a:p>
        </p:txBody>
      </p:sp>
      <p:sp>
        <p:nvSpPr>
          <p:cNvPr id="3" name="Slide Number Placeholder 2">
            <a:extLst>
              <a:ext uri="{FF2B5EF4-FFF2-40B4-BE49-F238E27FC236}">
                <a16:creationId xmlns:a16="http://schemas.microsoft.com/office/drawing/2014/main" id="{78DD7EBD-E9CD-0D8B-B566-86A9012B9705}"/>
              </a:ext>
            </a:extLst>
          </p:cNvPr>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60F83AFE-7A9B-B7AF-F547-802BD7D8D6D5}"/>
              </a:ext>
            </a:extLst>
          </p:cNvPr>
          <p:cNvSpPr txBox="1">
            <a:spLocks noChangeArrowheads="1"/>
          </p:cNvSpPr>
          <p:nvPr/>
        </p:nvSpPr>
        <p:spPr>
          <a:xfrm>
            <a:off x="632151" y="1453241"/>
            <a:ext cx="1043095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The ability to run multiple virtual networks with each has a separate control and data plan.</a:t>
            </a:r>
          </a:p>
          <a:p>
            <a:pPr algn="just">
              <a:spcBef>
                <a:spcPts val="1200"/>
              </a:spcBef>
            </a:pPr>
            <a:r>
              <a:rPr lang="en-US" dirty="0">
                <a:latin typeface="Arial" panose="020B0604020202020204" pitchFamily="34" charset="0"/>
                <a:cs typeface="Arial" panose="020B0604020202020204" pitchFamily="34" charset="0"/>
              </a:rPr>
              <a:t>It co-exists together on top of one physical network. It can be managed by individual parties that potentially confidential to each other.</a:t>
            </a:r>
          </a:p>
          <a:p>
            <a:pPr algn="just">
              <a:spcBef>
                <a:spcPts val="1200"/>
              </a:spcBef>
            </a:pPr>
            <a:r>
              <a:rPr lang="en-US" dirty="0">
                <a:latin typeface="Arial" panose="020B0604020202020204" pitchFamily="34" charset="0"/>
                <a:cs typeface="Arial" panose="020B0604020202020204" pitchFamily="34" charset="0"/>
              </a:rPr>
              <a:t>Network virtualization provides a facility to create and provision virtual networks—logical switches, routers, firewalls, load balancer, Virtual Private Network (VPN), and workload security within days or even in weeks.</a:t>
            </a:r>
          </a:p>
          <a:p>
            <a:pPr algn="just">
              <a:spcBef>
                <a:spcPts val="1200"/>
              </a:spcBef>
            </a:pPr>
            <a:r>
              <a:rPr lang="en-US" dirty="0">
                <a:latin typeface="Arial" panose="020B0604020202020204" pitchFamily="34" charset="0"/>
                <a:cs typeface="Arial" panose="020B0604020202020204" pitchFamily="34" charset="0"/>
              </a:rPr>
              <a:t>Network Virtualization is a process of logically grouping physical networks and making them operate as single or multiple independent networks called Virtual Networks.</a:t>
            </a:r>
          </a:p>
        </p:txBody>
      </p:sp>
    </p:spTree>
    <p:custDataLst>
      <p:tags r:id="rId1"/>
    </p:custDataLst>
    <p:extLst>
      <p:ext uri="{BB962C8B-B14F-4D97-AF65-F5344CB8AC3E}">
        <p14:creationId xmlns:p14="http://schemas.microsoft.com/office/powerpoint/2010/main" val="18110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443B6-0FE4-E268-BA95-53AAD9E523C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E424285-1404-36DB-FFE4-583DC6F13E6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Desktop Virtualization</a:t>
            </a:r>
          </a:p>
        </p:txBody>
      </p:sp>
      <p:sp>
        <p:nvSpPr>
          <p:cNvPr id="3" name="Slide Number Placeholder 2">
            <a:extLst>
              <a:ext uri="{FF2B5EF4-FFF2-40B4-BE49-F238E27FC236}">
                <a16:creationId xmlns:a16="http://schemas.microsoft.com/office/drawing/2014/main" id="{40A86780-CFD2-0E57-190B-A352602D6440}"/>
              </a:ext>
            </a:extLst>
          </p:cNvPr>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sp>
        <p:nvSpPr>
          <p:cNvPr id="12" name="Rectangle 3">
            <a:extLst>
              <a:ext uri="{FF2B5EF4-FFF2-40B4-BE49-F238E27FC236}">
                <a16:creationId xmlns:a16="http://schemas.microsoft.com/office/drawing/2014/main" id="{97F98045-8C2C-4B47-CEBC-363392663061}"/>
              </a:ext>
            </a:extLst>
          </p:cNvPr>
          <p:cNvSpPr txBox="1">
            <a:spLocks noChangeArrowheads="1"/>
          </p:cNvSpPr>
          <p:nvPr/>
        </p:nvSpPr>
        <p:spPr>
          <a:xfrm>
            <a:off x="632151" y="1453241"/>
            <a:ext cx="10392407"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Desktop virtualization allows the users’ OS to be remotely stored on a server in the data center.</a:t>
            </a:r>
          </a:p>
          <a:p>
            <a:pPr algn="just">
              <a:spcBef>
                <a:spcPts val="1200"/>
              </a:spcBef>
            </a:pPr>
            <a:r>
              <a:rPr lang="en-US" dirty="0">
                <a:latin typeface="Arial" panose="020B0604020202020204" pitchFamily="34" charset="0"/>
                <a:cs typeface="Arial" panose="020B0604020202020204" pitchFamily="34" charset="0"/>
              </a:rPr>
              <a:t>It allows the user to access their desktop virtually, from any location by a different machine.</a:t>
            </a:r>
          </a:p>
          <a:p>
            <a:pPr algn="just">
              <a:spcBef>
                <a:spcPts val="1200"/>
              </a:spcBef>
            </a:pPr>
            <a:r>
              <a:rPr lang="en-US" dirty="0">
                <a:latin typeface="Arial" panose="020B0604020202020204" pitchFamily="34" charset="0"/>
                <a:cs typeface="Arial" panose="020B0604020202020204" pitchFamily="34" charset="0"/>
              </a:rPr>
              <a:t>Users who want specific operating systems other than Windows Server will need to have a virtual desktop.</a:t>
            </a:r>
          </a:p>
          <a:p>
            <a:pPr algn="just">
              <a:spcBef>
                <a:spcPts val="1200"/>
              </a:spcBef>
            </a:pPr>
            <a:r>
              <a:rPr lang="en-US" dirty="0">
                <a:latin typeface="Arial" panose="020B0604020202020204" pitchFamily="34" charset="0"/>
                <a:cs typeface="Arial" panose="020B0604020202020204" pitchFamily="34" charset="0"/>
              </a:rPr>
              <a:t>Main benefits of desktop virtualization are user mobility, portability, easy management of software installation, updates, and patches.</a:t>
            </a:r>
          </a:p>
          <a:p>
            <a:pPr algn="just">
              <a:spcBef>
                <a:spcPts val="1200"/>
              </a:spcBef>
            </a:pPr>
            <a:r>
              <a:rPr lang="en-US" dirty="0">
                <a:latin typeface="Arial" panose="020B0604020202020204" pitchFamily="34" charset="0"/>
                <a:cs typeface="Arial" panose="020B0604020202020204" pitchFamily="34" charset="0"/>
              </a:rPr>
              <a:t>Desktop virtualization is technology that lets users simulate a workstation load to access a desktop from a connected device. It separates the desktop environment and its applications from the physical client device used to access it.</a:t>
            </a:r>
          </a:p>
        </p:txBody>
      </p:sp>
    </p:spTree>
    <p:custDataLst>
      <p:tags r:id="rId1"/>
    </p:custDataLst>
    <p:extLst>
      <p:ext uri="{BB962C8B-B14F-4D97-AF65-F5344CB8AC3E}">
        <p14:creationId xmlns:p14="http://schemas.microsoft.com/office/powerpoint/2010/main" val="3751633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B9687-64D4-4201-20CF-624DBE5E0BC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DAAB753-8D6A-AB7D-82EA-B659D7A3385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Storage Virtualization</a:t>
            </a:r>
          </a:p>
        </p:txBody>
      </p:sp>
      <p:sp>
        <p:nvSpPr>
          <p:cNvPr id="3" name="Slide Number Placeholder 2">
            <a:extLst>
              <a:ext uri="{FF2B5EF4-FFF2-40B4-BE49-F238E27FC236}">
                <a16:creationId xmlns:a16="http://schemas.microsoft.com/office/drawing/2014/main" id="{7155C251-DC4D-97E5-9503-6693CE3C22EE}"/>
              </a:ext>
            </a:extLst>
          </p:cNvPr>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sp>
        <p:nvSpPr>
          <p:cNvPr id="12" name="Rectangle 3">
            <a:extLst>
              <a:ext uri="{FF2B5EF4-FFF2-40B4-BE49-F238E27FC236}">
                <a16:creationId xmlns:a16="http://schemas.microsoft.com/office/drawing/2014/main" id="{993C9CDE-7C74-B20D-480A-2CA7AC749FFC}"/>
              </a:ext>
            </a:extLst>
          </p:cNvPr>
          <p:cNvSpPr txBox="1">
            <a:spLocks noChangeArrowheads="1"/>
          </p:cNvSpPr>
          <p:nvPr/>
        </p:nvSpPr>
        <p:spPr>
          <a:xfrm>
            <a:off x="632151" y="1453241"/>
            <a:ext cx="10392407"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Storage virtualization is an array of servers that are managed by a virtual storage system.</a:t>
            </a:r>
          </a:p>
          <a:p>
            <a:pPr algn="just">
              <a:spcBef>
                <a:spcPts val="1200"/>
              </a:spcBef>
            </a:pPr>
            <a:r>
              <a:rPr lang="en-US" dirty="0">
                <a:latin typeface="Arial" panose="020B0604020202020204" pitchFamily="34" charset="0"/>
                <a:cs typeface="Arial" panose="020B0604020202020204" pitchFamily="34" charset="0"/>
              </a:rPr>
              <a:t>The servers aren’t aware of exactly where their data is stored and instead function more like worker bees in a hive. It makes managing storage from multiple sources to be managed and utilized as a single repository.</a:t>
            </a:r>
          </a:p>
          <a:p>
            <a:pPr algn="just">
              <a:spcBef>
                <a:spcPts val="1200"/>
              </a:spcBef>
            </a:pPr>
            <a:r>
              <a:rPr lang="en-US" dirty="0">
                <a:latin typeface="Arial" panose="020B0604020202020204" pitchFamily="34" charset="0"/>
                <a:cs typeface="Arial" panose="020B0604020202020204" pitchFamily="34" charset="0"/>
              </a:rPr>
              <a:t>Storage virtualization is the pooling of physical storage from multiple storage devices into what appears to be a single storage device -- or pool of available storage capacity -- that is managed from a central console.</a:t>
            </a:r>
          </a:p>
          <a:p>
            <a:pPr algn="just">
              <a:spcBef>
                <a:spcPts val="1200"/>
              </a:spcBef>
            </a:pPr>
            <a:r>
              <a:rPr lang="en-US" dirty="0">
                <a:latin typeface="Arial" panose="020B0604020202020204" pitchFamily="34" charset="0"/>
                <a:cs typeface="Arial" panose="020B0604020202020204" pitchFamily="34" charset="0"/>
              </a:rPr>
              <a:t>The technology relies on software to identify available storage capacity from physical devices and to then aggregate that capacity as a pool of storage that can be used by traditional architecture servers or in a virtual environment by virtual machines</a:t>
            </a:r>
          </a:p>
        </p:txBody>
      </p:sp>
    </p:spTree>
    <p:custDataLst>
      <p:tags r:id="rId1"/>
    </p:custDataLst>
    <p:extLst>
      <p:ext uri="{BB962C8B-B14F-4D97-AF65-F5344CB8AC3E}">
        <p14:creationId xmlns:p14="http://schemas.microsoft.com/office/powerpoint/2010/main" val="2075412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00882-3ACB-9B24-6240-AA6FA9ED1B2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B78A016-2770-E932-2704-F4FB9572B23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Server Virtualization</a:t>
            </a:r>
          </a:p>
        </p:txBody>
      </p:sp>
      <p:sp>
        <p:nvSpPr>
          <p:cNvPr id="3" name="Slide Number Placeholder 2">
            <a:extLst>
              <a:ext uri="{FF2B5EF4-FFF2-40B4-BE49-F238E27FC236}">
                <a16:creationId xmlns:a16="http://schemas.microsoft.com/office/drawing/2014/main" id="{367EB5A7-7F21-427D-9786-047F4A0C7C8D}"/>
              </a:ext>
            </a:extLst>
          </p:cNvPr>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857C850F-88C3-2C65-40C7-2C638BAA4926}"/>
              </a:ext>
            </a:extLst>
          </p:cNvPr>
          <p:cNvSpPr txBox="1">
            <a:spLocks noChangeArrowheads="1"/>
          </p:cNvSpPr>
          <p:nvPr/>
        </p:nvSpPr>
        <p:spPr>
          <a:xfrm>
            <a:off x="632151" y="1453241"/>
            <a:ext cx="10392407"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Server virtualization is the process of dividing a physical server into multiple unique and isolated virtual servers by means of a software application. Each virtual server can run its own operating systems independently.</a:t>
            </a:r>
          </a:p>
          <a:p>
            <a:pPr algn="just">
              <a:spcBef>
                <a:spcPts val="1200"/>
              </a:spcBef>
            </a:pPr>
            <a:r>
              <a:rPr lang="en-US" dirty="0">
                <a:latin typeface="Arial" panose="020B0604020202020204" pitchFamily="34" charset="0"/>
                <a:cs typeface="Arial" panose="020B0604020202020204" pitchFamily="34" charset="0"/>
              </a:rPr>
              <a:t>This is a kind of virtualization in which masking of server resources takes place.</a:t>
            </a:r>
          </a:p>
          <a:p>
            <a:pPr algn="just">
              <a:spcBef>
                <a:spcPts val="1200"/>
              </a:spcBef>
            </a:pPr>
            <a:r>
              <a:rPr lang="en-US" dirty="0">
                <a:latin typeface="Arial" panose="020B0604020202020204" pitchFamily="34" charset="0"/>
                <a:cs typeface="Arial" panose="020B0604020202020204" pitchFamily="34" charset="0"/>
              </a:rPr>
              <a:t>Here, the central-server(physical server) is divided into multiple different virtual servers by changing the identity number, processors. So, each system can operate its own operating systems in isolate manner.</a:t>
            </a:r>
          </a:p>
          <a:p>
            <a:pPr algn="just">
              <a:spcBef>
                <a:spcPts val="1200"/>
              </a:spcBef>
            </a:pPr>
            <a:r>
              <a:rPr lang="en-US" dirty="0">
                <a:latin typeface="Arial" panose="020B0604020202020204" pitchFamily="34" charset="0"/>
                <a:cs typeface="Arial" panose="020B0604020202020204" pitchFamily="34" charset="0"/>
              </a:rPr>
              <a:t>Where each sub-server knows the identity of the central server. It causes an increase in the performance and reduces the operating cost by the deployment of main server resources into a sub-server resource. It’s beneficial in virtual migration, reduce energy consumption, reduce infrastructural cost, etc.</a:t>
            </a:r>
          </a:p>
        </p:txBody>
      </p:sp>
    </p:spTree>
    <p:custDataLst>
      <p:tags r:id="rId1"/>
    </p:custDataLst>
    <p:extLst>
      <p:ext uri="{BB962C8B-B14F-4D97-AF65-F5344CB8AC3E}">
        <p14:creationId xmlns:p14="http://schemas.microsoft.com/office/powerpoint/2010/main" val="4067219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BA0A-5EE4-5298-2A3B-2899081EDE3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B925E7C-2443-4F44-72CC-E517DADC110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Data Virtualization</a:t>
            </a:r>
          </a:p>
        </p:txBody>
      </p:sp>
      <p:sp>
        <p:nvSpPr>
          <p:cNvPr id="3" name="Slide Number Placeholder 2">
            <a:extLst>
              <a:ext uri="{FF2B5EF4-FFF2-40B4-BE49-F238E27FC236}">
                <a16:creationId xmlns:a16="http://schemas.microsoft.com/office/drawing/2014/main" id="{CC8F3E33-93B8-2B10-0E55-C1A6D41991B4}"/>
              </a:ext>
            </a:extLst>
          </p:cNvPr>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D193BE35-96D4-96EA-56AB-A7F350462F0A}"/>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This is the kind of virtualization in which the data is collected from various sources and managed that at a single place without knowing more about the technical information like how data is collected, stored &amp; formatted then arranged that data logically so that its virtual view can be accessed by its interested people and stakeholders, and users through the various cloud services remotely.</a:t>
            </a:r>
          </a:p>
          <a:p>
            <a:pPr algn="just">
              <a:spcBef>
                <a:spcPts val="1200"/>
              </a:spcBef>
            </a:pPr>
            <a:r>
              <a:rPr lang="en-US" dirty="0">
                <a:latin typeface="Arial" panose="020B0604020202020204" pitchFamily="34" charset="0"/>
                <a:cs typeface="Arial" panose="020B0604020202020204" pitchFamily="34" charset="0"/>
              </a:rPr>
              <a:t>Many big giant companies are providing their services like Oracle, IBM, etc.</a:t>
            </a:r>
          </a:p>
          <a:p>
            <a:pPr algn="just">
              <a:spcBef>
                <a:spcPts val="1200"/>
              </a:spcBef>
            </a:pPr>
            <a:r>
              <a:rPr lang="en-US" dirty="0">
                <a:latin typeface="Arial" panose="020B0604020202020204" pitchFamily="34" charset="0"/>
                <a:cs typeface="Arial" panose="020B0604020202020204" pitchFamily="34" charset="0"/>
              </a:rPr>
              <a:t>It can be used to performing various kind of tasks such as:</a:t>
            </a:r>
          </a:p>
          <a:p>
            <a:pPr lvl="1" algn="just">
              <a:spcBef>
                <a:spcPts val="1200"/>
              </a:spcBef>
            </a:pPr>
            <a:r>
              <a:rPr lang="en-US" dirty="0">
                <a:latin typeface="Arial" panose="020B0604020202020204" pitchFamily="34" charset="0"/>
                <a:cs typeface="Arial" panose="020B0604020202020204" pitchFamily="34" charset="0"/>
              </a:rPr>
              <a:t>Data-integration</a:t>
            </a:r>
          </a:p>
          <a:p>
            <a:pPr lvl="1" algn="just">
              <a:spcBef>
                <a:spcPts val="1200"/>
              </a:spcBef>
            </a:pPr>
            <a:r>
              <a:rPr lang="en-US" dirty="0">
                <a:latin typeface="Arial" panose="020B0604020202020204" pitchFamily="34" charset="0"/>
                <a:cs typeface="Arial" panose="020B0604020202020204" pitchFamily="34" charset="0"/>
              </a:rPr>
              <a:t>Business-integration</a:t>
            </a:r>
          </a:p>
          <a:p>
            <a:pPr lvl="1" algn="just">
              <a:spcBef>
                <a:spcPts val="1200"/>
              </a:spcBef>
            </a:pPr>
            <a:r>
              <a:rPr lang="en-US" dirty="0">
                <a:latin typeface="Arial" panose="020B0604020202020204" pitchFamily="34" charset="0"/>
                <a:cs typeface="Arial" panose="020B0604020202020204" pitchFamily="34" charset="0"/>
              </a:rPr>
              <a:t>Service-oriented architecture data-services</a:t>
            </a:r>
          </a:p>
          <a:p>
            <a:pPr lvl="1" algn="just">
              <a:spcBef>
                <a:spcPts val="1200"/>
              </a:spcBef>
            </a:pPr>
            <a:r>
              <a:rPr lang="en-US" dirty="0">
                <a:latin typeface="Arial" panose="020B0604020202020204" pitchFamily="34" charset="0"/>
                <a:cs typeface="Arial" panose="020B0604020202020204" pitchFamily="34" charset="0"/>
              </a:rPr>
              <a:t>Searching organizational data</a:t>
            </a:r>
          </a:p>
        </p:txBody>
      </p:sp>
    </p:spTree>
    <p:custDataLst>
      <p:tags r:id="rId1"/>
    </p:custDataLst>
    <p:extLst>
      <p:ext uri="{BB962C8B-B14F-4D97-AF65-F5344CB8AC3E}">
        <p14:creationId xmlns:p14="http://schemas.microsoft.com/office/powerpoint/2010/main" val="3422563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FFC62-FABF-93EB-3DC1-A73B57E49C8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4D2F959-A875-C1FD-0FC7-C6269C25A7A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Components of Modern Virtualization</a:t>
            </a:r>
          </a:p>
        </p:txBody>
      </p:sp>
      <p:sp>
        <p:nvSpPr>
          <p:cNvPr id="3" name="Slide Number Placeholder 2">
            <a:extLst>
              <a:ext uri="{FF2B5EF4-FFF2-40B4-BE49-F238E27FC236}">
                <a16:creationId xmlns:a16="http://schemas.microsoft.com/office/drawing/2014/main" id="{EB65284E-D052-37A0-4C36-D66BDDA245DA}"/>
              </a:ext>
            </a:extLst>
          </p:cNvPr>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9DB02581-9936-D1AE-BA49-408A91E1D78D}"/>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Three main components of modern virtualization come together to create the virtual machines and associated infrastructure that power the modern world.</a:t>
            </a:r>
          </a:p>
          <a:p>
            <a:pPr algn="just">
              <a:spcBef>
                <a:spcPts val="1200"/>
              </a:spcBef>
            </a:pPr>
            <a:endParaRPr lang="en-US" b="1" dirty="0">
              <a:solidFill>
                <a:srgbClr val="FF0000"/>
              </a:solidFill>
              <a:latin typeface="Arial" panose="020B0604020202020204" pitchFamily="34" charset="0"/>
              <a:cs typeface="Arial" panose="020B0604020202020204" pitchFamily="34" charset="0"/>
            </a:endParaRPr>
          </a:p>
          <a:p>
            <a:pPr algn="just">
              <a:spcBef>
                <a:spcPts val="1200"/>
              </a:spcBef>
            </a:pPr>
            <a:r>
              <a:rPr lang="en-US" b="1" dirty="0">
                <a:solidFill>
                  <a:srgbClr val="FF0000"/>
                </a:solidFill>
                <a:latin typeface="Arial" panose="020B0604020202020204" pitchFamily="34" charset="0"/>
                <a:cs typeface="Arial" panose="020B0604020202020204" pitchFamily="34" charset="0"/>
              </a:rPr>
              <a:t>Virtual Compute</a:t>
            </a:r>
            <a:r>
              <a:rPr lang="en-US" dirty="0">
                <a:latin typeface="Arial" panose="020B0604020202020204" pitchFamily="34" charset="0"/>
                <a:cs typeface="Arial" panose="020B0604020202020204" pitchFamily="34" charset="0"/>
              </a:rPr>
              <a:t>: </a:t>
            </a:r>
          </a:p>
          <a:p>
            <a:pPr lvl="1" algn="just">
              <a:spcBef>
                <a:spcPts val="1200"/>
              </a:spcBef>
            </a:pPr>
            <a:r>
              <a:rPr lang="en-US" dirty="0">
                <a:latin typeface="Arial" panose="020B0604020202020204" pitchFamily="34" charset="0"/>
                <a:cs typeface="Arial" panose="020B0604020202020204" pitchFamily="34" charset="0"/>
              </a:rPr>
              <a:t>When we talk about virtualized compute resources, we mean the CPU – the “brain” of the computer.</a:t>
            </a:r>
          </a:p>
          <a:p>
            <a:pPr lvl="1" algn="just">
              <a:spcBef>
                <a:spcPts val="1200"/>
              </a:spcBef>
            </a:pPr>
            <a:r>
              <a:rPr lang="en-US" dirty="0">
                <a:latin typeface="Arial" panose="020B0604020202020204" pitchFamily="34" charset="0"/>
                <a:cs typeface="Arial" panose="020B0604020202020204" pitchFamily="34" charset="0"/>
              </a:rPr>
              <a:t>In a virtualized system, the Hypervisor software creates virtual CPUs in software, and presents them to its guests for their use.</a:t>
            </a:r>
          </a:p>
          <a:p>
            <a:pPr lvl="1" algn="just">
              <a:spcBef>
                <a:spcPts val="1200"/>
              </a:spcBef>
            </a:pPr>
            <a:r>
              <a:rPr lang="en-US" dirty="0">
                <a:latin typeface="Arial" panose="020B0604020202020204" pitchFamily="34" charset="0"/>
                <a:cs typeface="Arial" panose="020B0604020202020204" pitchFamily="34" charset="0"/>
              </a:rPr>
              <a:t>The guests only see their own virtual CPUs, and the Hypervisor passes their requests on to the physical CPUs</a:t>
            </a:r>
          </a:p>
        </p:txBody>
      </p:sp>
    </p:spTree>
    <p:custDataLst>
      <p:tags r:id="rId1"/>
    </p:custDataLst>
    <p:extLst>
      <p:ext uri="{BB962C8B-B14F-4D97-AF65-F5344CB8AC3E}">
        <p14:creationId xmlns:p14="http://schemas.microsoft.com/office/powerpoint/2010/main" val="2936170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F59BB-1669-2278-9BF4-F684603674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1A070C3-6124-70E8-F330-165A57F624E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Components of Modern Virtualization</a:t>
            </a:r>
          </a:p>
        </p:txBody>
      </p:sp>
      <p:sp>
        <p:nvSpPr>
          <p:cNvPr id="3" name="Slide Number Placeholder 2">
            <a:extLst>
              <a:ext uri="{FF2B5EF4-FFF2-40B4-BE49-F238E27FC236}">
                <a16:creationId xmlns:a16="http://schemas.microsoft.com/office/drawing/2014/main" id="{FF1D769F-0CA7-21F9-5023-BD04FE8A1172}"/>
              </a:ext>
            </a:extLst>
          </p:cNvPr>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sp>
        <p:nvSpPr>
          <p:cNvPr id="12" name="Rectangle 3">
            <a:extLst>
              <a:ext uri="{FF2B5EF4-FFF2-40B4-BE49-F238E27FC236}">
                <a16:creationId xmlns:a16="http://schemas.microsoft.com/office/drawing/2014/main" id="{6D1A7A3E-B295-7A55-FD3E-BEC1A3C3304E}"/>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The benefits of </a:t>
            </a:r>
            <a:r>
              <a:rPr lang="en-US" b="1" dirty="0">
                <a:solidFill>
                  <a:srgbClr val="FF0000"/>
                </a:solidFill>
                <a:latin typeface="Arial" panose="020B0604020202020204" pitchFamily="34" charset="0"/>
                <a:cs typeface="Arial" panose="020B0604020202020204" pitchFamily="34" charset="0"/>
              </a:rPr>
              <a:t>Virtual Compute</a:t>
            </a:r>
            <a:r>
              <a:rPr lang="en-US" dirty="0">
                <a:latin typeface="Arial" panose="020B0604020202020204" pitchFamily="34" charset="0"/>
                <a:cs typeface="Arial" panose="020B0604020202020204" pitchFamily="34" charset="0"/>
              </a:rPr>
              <a:t> are immense.</a:t>
            </a:r>
          </a:p>
          <a:p>
            <a:pPr algn="just">
              <a:spcBef>
                <a:spcPts val="1200"/>
              </a:spcBef>
            </a:pPr>
            <a:endParaRPr lang="en-US" dirty="0">
              <a:latin typeface="Arial" panose="020B0604020202020204" pitchFamily="34" charset="0"/>
              <a:cs typeface="Arial" panose="020B0604020202020204" pitchFamily="34" charset="0"/>
            </a:endParaRPr>
          </a:p>
          <a:p>
            <a:pPr algn="just">
              <a:spcBef>
                <a:spcPts val="1200"/>
              </a:spcBef>
            </a:pPr>
            <a:r>
              <a:rPr lang="en-US" dirty="0">
                <a:latin typeface="Arial" panose="020B0604020202020204" pitchFamily="34" charset="0"/>
                <a:cs typeface="Arial" panose="020B0604020202020204" pitchFamily="34" charset="0"/>
              </a:rPr>
              <a:t>Because the Hypervisor can create more virtual CPUs (often creating many more than the number of physical CPUs), the physical CPUs spend far less time in an idle state, making it possible to extract much more performance from them.</a:t>
            </a:r>
          </a:p>
          <a:p>
            <a:pPr algn="just">
              <a:spcBef>
                <a:spcPts val="1200"/>
              </a:spcBef>
            </a:pPr>
            <a:r>
              <a:rPr lang="en-US" dirty="0">
                <a:latin typeface="Arial" panose="020B0604020202020204" pitchFamily="34" charset="0"/>
                <a:cs typeface="Arial" panose="020B0604020202020204" pitchFamily="34" charset="0"/>
              </a:rPr>
              <a:t>In a non-virtualized architecture, many CPU cycles (and therefore electricity and other resources) are wasted because most applications do not run a modern physical CPU at full tilt all the time.</a:t>
            </a:r>
          </a:p>
        </p:txBody>
      </p:sp>
    </p:spTree>
    <p:custDataLst>
      <p:tags r:id="rId1"/>
    </p:custDataLst>
    <p:extLst>
      <p:ext uri="{BB962C8B-B14F-4D97-AF65-F5344CB8AC3E}">
        <p14:creationId xmlns:p14="http://schemas.microsoft.com/office/powerpoint/2010/main" val="1496571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C3208-9ECB-3A20-1703-E5026A53B43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F2B586B-B91D-898F-4B12-779AF08E418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Components of Modern Virtualization</a:t>
            </a:r>
          </a:p>
        </p:txBody>
      </p:sp>
      <p:sp>
        <p:nvSpPr>
          <p:cNvPr id="3" name="Slide Number Placeholder 2">
            <a:extLst>
              <a:ext uri="{FF2B5EF4-FFF2-40B4-BE49-F238E27FC236}">
                <a16:creationId xmlns:a16="http://schemas.microsoft.com/office/drawing/2014/main" id="{2D5D4035-7C9D-0D25-DE73-E4FF33A7E2E7}"/>
              </a:ext>
            </a:extLst>
          </p:cNvPr>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12" name="Rectangle 3">
            <a:extLst>
              <a:ext uri="{FF2B5EF4-FFF2-40B4-BE49-F238E27FC236}">
                <a16:creationId xmlns:a16="http://schemas.microsoft.com/office/drawing/2014/main" id="{A1D8DA48-0EB3-833B-9EA3-7CE68813719E}"/>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b="1" dirty="0">
                <a:solidFill>
                  <a:srgbClr val="FF0000"/>
                </a:solidFill>
                <a:latin typeface="Arial" panose="020B0604020202020204" pitchFamily="34" charset="0"/>
                <a:cs typeface="Arial" panose="020B0604020202020204" pitchFamily="34" charset="0"/>
              </a:rPr>
              <a:t>Virtual Storage</a:t>
            </a:r>
            <a:r>
              <a:rPr lang="en-US" dirty="0">
                <a:latin typeface="Arial" panose="020B0604020202020204" pitchFamily="34" charset="0"/>
                <a:cs typeface="Arial" panose="020B0604020202020204" pitchFamily="34" charset="0"/>
              </a:rPr>
              <a:t>: In the beginning, there were disk drives. </a:t>
            </a:r>
          </a:p>
          <a:p>
            <a:pPr algn="just">
              <a:spcBef>
                <a:spcPts val="1200"/>
              </a:spcBef>
            </a:pPr>
            <a:r>
              <a:rPr lang="en-US" dirty="0">
                <a:latin typeface="Arial" panose="020B0604020202020204" pitchFamily="34" charset="0"/>
                <a:cs typeface="Arial" panose="020B0604020202020204" pitchFamily="34" charset="0"/>
              </a:rPr>
              <a:t>Later, there was RAID (Redundant Array of Independent Disks). RAID allowed us to combine multiple disks into one, gaining additional speed and reliability.</a:t>
            </a:r>
          </a:p>
          <a:p>
            <a:pPr algn="just">
              <a:spcBef>
                <a:spcPts val="1200"/>
              </a:spcBef>
            </a:pPr>
            <a:r>
              <a:rPr lang="en-US" dirty="0">
                <a:latin typeface="Arial" panose="020B0604020202020204" pitchFamily="34" charset="0"/>
                <a:cs typeface="Arial" panose="020B0604020202020204" pitchFamily="34" charset="0"/>
              </a:rPr>
              <a:t>Later still, the RAID arrays that used to live in each server moved into specialized, larger storage arrays which could provide virtual disks to any number of servers over a specialized high-speed network, known as a SAN (Storage Area Network).</a:t>
            </a:r>
          </a:p>
          <a:p>
            <a:pPr algn="just">
              <a:spcBef>
                <a:spcPts val="1200"/>
              </a:spcBef>
            </a:pPr>
            <a:r>
              <a:rPr lang="en-US" dirty="0">
                <a:latin typeface="Arial" panose="020B0604020202020204" pitchFamily="34" charset="0"/>
                <a:cs typeface="Arial" panose="020B0604020202020204" pitchFamily="34" charset="0"/>
              </a:rPr>
              <a:t>All of these methods are simply different ways to virtualize storage.</a:t>
            </a:r>
          </a:p>
          <a:p>
            <a:pPr algn="just">
              <a:spcBef>
                <a:spcPts val="1200"/>
              </a:spcBef>
            </a:pPr>
            <a:r>
              <a:rPr lang="en-US" dirty="0">
                <a:latin typeface="Arial" panose="020B0604020202020204" pitchFamily="34" charset="0"/>
                <a:cs typeface="Arial" panose="020B0604020202020204" pitchFamily="34" charset="0"/>
              </a:rPr>
              <a:t>Over the years, the trend has been to abstract away individual storage devices, consolidate them and distribute work across them. The ways we do this have gotten better, faster, and become networked – but the basic concept is the same</a:t>
            </a:r>
          </a:p>
        </p:txBody>
      </p:sp>
    </p:spTree>
    <p:custDataLst>
      <p:tags r:id="rId1"/>
    </p:custDataLst>
    <p:extLst>
      <p:ext uri="{BB962C8B-B14F-4D97-AF65-F5344CB8AC3E}">
        <p14:creationId xmlns:p14="http://schemas.microsoft.com/office/powerpoint/2010/main" val="3292865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9275A-DD66-2931-11EC-8ABD9C80FE0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0557F23-1919-1B82-C701-48A0C3F3AD6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Components of Modern Virtualization</a:t>
            </a:r>
          </a:p>
        </p:txBody>
      </p:sp>
      <p:sp>
        <p:nvSpPr>
          <p:cNvPr id="3" name="Slide Number Placeholder 2">
            <a:extLst>
              <a:ext uri="{FF2B5EF4-FFF2-40B4-BE49-F238E27FC236}">
                <a16:creationId xmlns:a16="http://schemas.microsoft.com/office/drawing/2014/main" id="{FF7487CD-DDAD-1F54-167D-65BD67B4527B}"/>
              </a:ext>
            </a:extLst>
          </p:cNvPr>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12" name="Rectangle 3">
            <a:extLst>
              <a:ext uri="{FF2B5EF4-FFF2-40B4-BE49-F238E27FC236}">
                <a16:creationId xmlns:a16="http://schemas.microsoft.com/office/drawing/2014/main" id="{9F48251C-458B-DCF0-5558-19AA1AB9678E}"/>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b="1" dirty="0">
                <a:solidFill>
                  <a:srgbClr val="FF0000"/>
                </a:solidFill>
                <a:latin typeface="Arial" panose="020B0604020202020204" pitchFamily="34" charset="0"/>
                <a:cs typeface="Arial" panose="020B0604020202020204" pitchFamily="34" charset="0"/>
              </a:rPr>
              <a:t>Virtual Networking</a:t>
            </a:r>
            <a:r>
              <a:rPr lang="en-US" dirty="0">
                <a:latin typeface="Arial" panose="020B0604020202020204" pitchFamily="34" charset="0"/>
                <a:cs typeface="Arial" panose="020B0604020202020204" pitchFamily="34" charset="0"/>
              </a:rPr>
              <a:t>: Network virtualization uses software to abstract away the physical network from the virtual environment.</a:t>
            </a:r>
          </a:p>
          <a:p>
            <a:pPr algn="just">
              <a:spcBef>
                <a:spcPts val="1200"/>
              </a:spcBef>
            </a:pPr>
            <a:r>
              <a:rPr lang="en-US" dirty="0">
                <a:latin typeface="Arial" panose="020B0604020202020204" pitchFamily="34" charset="0"/>
                <a:cs typeface="Arial" panose="020B0604020202020204" pitchFamily="34" charset="0"/>
              </a:rPr>
              <a:t>The Hypervisor may provide its guest systems with many virtual network devices (switches, network interfaces, etc.) that have little to no correspondence with the physical network connecting the physical servers.</a:t>
            </a:r>
          </a:p>
          <a:p>
            <a:pPr algn="just">
              <a:spcBef>
                <a:spcPts val="1200"/>
              </a:spcBef>
            </a:pPr>
            <a:r>
              <a:rPr lang="en-US" dirty="0">
                <a:latin typeface="Arial" panose="020B0604020202020204" pitchFamily="34" charset="0"/>
                <a:cs typeface="Arial" panose="020B0604020202020204" pitchFamily="34" charset="0"/>
              </a:rPr>
              <a:t>Within the Hypervisor’s configuration, there is a mapping of virtual to physical network resources, but this is invisible to the guests.</a:t>
            </a:r>
          </a:p>
          <a:p>
            <a:pPr algn="just">
              <a:spcBef>
                <a:spcPts val="1200"/>
              </a:spcBef>
            </a:pPr>
            <a:r>
              <a:rPr lang="en-US" dirty="0">
                <a:latin typeface="Arial" panose="020B0604020202020204" pitchFamily="34" charset="0"/>
                <a:cs typeface="Arial" panose="020B0604020202020204" pitchFamily="34" charset="0"/>
              </a:rPr>
              <a:t>If two virtual computers in the same environment need to talk to each other over the network, that traffic may never touch the physical network at all if they are on the same host system.</a:t>
            </a:r>
          </a:p>
        </p:txBody>
      </p:sp>
    </p:spTree>
    <p:custDataLst>
      <p:tags r:id="rId1"/>
    </p:custDataLst>
    <p:extLst>
      <p:ext uri="{BB962C8B-B14F-4D97-AF65-F5344CB8AC3E}">
        <p14:creationId xmlns:p14="http://schemas.microsoft.com/office/powerpoint/2010/main" val="26675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75F3-AFCE-394A-F447-AD230A0DC5A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C81377F-D786-78D3-6923-560200398E5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Implementation Levels of Virtualization</a:t>
            </a:r>
          </a:p>
        </p:txBody>
      </p:sp>
      <p:sp>
        <p:nvSpPr>
          <p:cNvPr id="3" name="Slide Number Placeholder 2">
            <a:extLst>
              <a:ext uri="{FF2B5EF4-FFF2-40B4-BE49-F238E27FC236}">
                <a16:creationId xmlns:a16="http://schemas.microsoft.com/office/drawing/2014/main" id="{87FE3967-DAA2-8A8B-E058-AE6569993B06}"/>
              </a:ext>
            </a:extLst>
          </p:cNvPr>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12" name="Rectangle 3">
            <a:extLst>
              <a:ext uri="{FF2B5EF4-FFF2-40B4-BE49-F238E27FC236}">
                <a16:creationId xmlns:a16="http://schemas.microsoft.com/office/drawing/2014/main" id="{0268BD77-C252-C649-060C-78E3B5203E74}"/>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Talking of the Implementation levels of virtualization in cloud computing, there are a total of five levels that are commonly used.</a:t>
            </a:r>
          </a:p>
          <a:p>
            <a:pPr lvl="1" algn="just">
              <a:spcBef>
                <a:spcPts val="1200"/>
              </a:spcBef>
            </a:pPr>
            <a:r>
              <a:rPr lang="en-US" dirty="0">
                <a:latin typeface="Arial" panose="020B0604020202020204" pitchFamily="34" charset="0"/>
                <a:cs typeface="Arial" panose="020B0604020202020204" pitchFamily="34" charset="0"/>
              </a:rPr>
              <a:t>Instruction Set Architecture Level (ISA)</a:t>
            </a:r>
          </a:p>
          <a:p>
            <a:pPr lvl="1" algn="just">
              <a:spcBef>
                <a:spcPts val="1200"/>
              </a:spcBef>
            </a:pPr>
            <a:r>
              <a:rPr lang="en-US" dirty="0">
                <a:latin typeface="Arial" panose="020B0604020202020204" pitchFamily="34" charset="0"/>
                <a:cs typeface="Arial" panose="020B0604020202020204" pitchFamily="34" charset="0"/>
              </a:rPr>
              <a:t>Hardware Abstraction Level (HAL)</a:t>
            </a:r>
          </a:p>
          <a:p>
            <a:pPr lvl="1" algn="just">
              <a:spcBef>
                <a:spcPts val="1200"/>
              </a:spcBef>
            </a:pPr>
            <a:r>
              <a:rPr lang="en-US" dirty="0">
                <a:latin typeface="Arial" panose="020B0604020202020204" pitchFamily="34" charset="0"/>
                <a:cs typeface="Arial" panose="020B0604020202020204" pitchFamily="34" charset="0"/>
              </a:rPr>
              <a:t>Operating System Level</a:t>
            </a:r>
          </a:p>
          <a:p>
            <a:pPr lvl="1" algn="just">
              <a:spcBef>
                <a:spcPts val="1200"/>
              </a:spcBef>
            </a:pPr>
            <a:r>
              <a:rPr lang="en-US" dirty="0">
                <a:latin typeface="Arial" panose="020B0604020202020204" pitchFamily="34" charset="0"/>
                <a:cs typeface="Arial" panose="020B0604020202020204" pitchFamily="34" charset="0"/>
              </a:rPr>
              <a:t>Library Level</a:t>
            </a:r>
          </a:p>
          <a:p>
            <a:pPr lvl="1" algn="just">
              <a:spcBef>
                <a:spcPts val="1200"/>
              </a:spcBef>
            </a:pPr>
            <a:r>
              <a:rPr lang="en-US" dirty="0">
                <a:latin typeface="Arial" panose="020B0604020202020204" pitchFamily="34" charset="0"/>
                <a:cs typeface="Arial" panose="020B0604020202020204" pitchFamily="34" charset="0"/>
              </a:rPr>
              <a:t>Application Level</a:t>
            </a:r>
          </a:p>
        </p:txBody>
      </p:sp>
    </p:spTree>
    <p:custDataLst>
      <p:tags r:id="rId1"/>
    </p:custDataLst>
    <p:extLst>
      <p:ext uri="{BB962C8B-B14F-4D97-AF65-F5344CB8AC3E}">
        <p14:creationId xmlns:p14="http://schemas.microsoft.com/office/powerpoint/2010/main" val="2265883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79C91-22CA-6676-A1DE-433E891EB19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94CAC0F-D237-8B79-FC0E-8FD5AB028B5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Instruction Set Architecture Level (ISA)</a:t>
            </a:r>
          </a:p>
        </p:txBody>
      </p:sp>
      <p:sp>
        <p:nvSpPr>
          <p:cNvPr id="3" name="Slide Number Placeholder 2">
            <a:extLst>
              <a:ext uri="{FF2B5EF4-FFF2-40B4-BE49-F238E27FC236}">
                <a16:creationId xmlns:a16="http://schemas.microsoft.com/office/drawing/2014/main" id="{F02E1A58-08EA-00EF-934F-C4E7D5772B14}"/>
              </a:ext>
            </a:extLst>
          </p:cNvPr>
          <p:cNvSpPr>
            <a:spLocks noGrp="1"/>
          </p:cNvSpPr>
          <p:nvPr>
            <p:ph type="sldNum" sz="quarter" idx="12"/>
          </p:nvPr>
        </p:nvSpPr>
        <p:spPr/>
        <p:txBody>
          <a:bodyPr/>
          <a:lstStyle/>
          <a:p>
            <a:fld id="{3485D9CA-6DAA-4C3C-A3E2-EDEA918D5F89}" type="slidenum">
              <a:rPr lang="en-US">
                <a:latin typeface="Calibri"/>
              </a:rPr>
              <a:pPr/>
              <a:t>23</a:t>
            </a:fld>
            <a:endParaRPr lang="en-US">
              <a:latin typeface="Calibri"/>
            </a:endParaRPr>
          </a:p>
        </p:txBody>
      </p:sp>
      <p:sp>
        <p:nvSpPr>
          <p:cNvPr id="12" name="Rectangle 3">
            <a:extLst>
              <a:ext uri="{FF2B5EF4-FFF2-40B4-BE49-F238E27FC236}">
                <a16:creationId xmlns:a16="http://schemas.microsoft.com/office/drawing/2014/main" id="{0D3974AF-2A5A-0395-6D5C-9B3CEC6658F6}"/>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ISA virtualization can work through ISA emulation. This is used to run many legacy codes that were written for a different configuration of hardware.</a:t>
            </a:r>
          </a:p>
          <a:p>
            <a:pPr algn="just">
              <a:spcBef>
                <a:spcPts val="1200"/>
              </a:spcBef>
            </a:pPr>
            <a:r>
              <a:rPr lang="en-US" dirty="0">
                <a:latin typeface="Arial" panose="020B0604020202020204" pitchFamily="34" charset="0"/>
                <a:cs typeface="Arial" panose="020B0604020202020204" pitchFamily="34" charset="0"/>
              </a:rPr>
              <a:t>These codes run on any virtual machine using the ISA. With this, a binary code that originally needed some additional layers to run is now capable of running on the x86 machines.</a:t>
            </a:r>
          </a:p>
          <a:p>
            <a:pPr algn="just">
              <a:spcBef>
                <a:spcPts val="1200"/>
              </a:spcBef>
            </a:pPr>
            <a:r>
              <a:rPr lang="en-US" b="1" i="1" dirty="0">
                <a:latin typeface="Arial" panose="020B0604020202020204" pitchFamily="34" charset="0"/>
                <a:cs typeface="Arial" panose="020B0604020202020204" pitchFamily="34" charset="0"/>
              </a:rPr>
              <a:t>It can also be tweaked to run on the x64 machine.</a:t>
            </a:r>
          </a:p>
          <a:p>
            <a:pPr algn="just">
              <a:spcBef>
                <a:spcPts val="1200"/>
              </a:spcBef>
            </a:pPr>
            <a:r>
              <a:rPr lang="en-US" dirty="0">
                <a:latin typeface="Arial" panose="020B0604020202020204" pitchFamily="34" charset="0"/>
                <a:cs typeface="Arial" panose="020B0604020202020204" pitchFamily="34" charset="0"/>
              </a:rPr>
              <a:t>For the basic emulation, an interpreter is needed, which interprets the source code and then converts it into a hardware format that can be read.</a:t>
            </a:r>
          </a:p>
          <a:p>
            <a:pPr algn="just">
              <a:spcBef>
                <a:spcPts val="1200"/>
              </a:spcBef>
            </a:pPr>
            <a:r>
              <a:rPr lang="en-US" dirty="0">
                <a:latin typeface="Arial" panose="020B0604020202020204" pitchFamily="34" charset="0"/>
                <a:cs typeface="Arial" panose="020B0604020202020204" pitchFamily="34" charset="0"/>
              </a:rPr>
              <a:t>This then allows processing. This is one of the five implementation levels of virtualization in cloud computing.</a:t>
            </a:r>
          </a:p>
        </p:txBody>
      </p:sp>
    </p:spTree>
    <p:custDataLst>
      <p:tags r:id="rId1"/>
    </p:custDataLst>
    <p:extLst>
      <p:ext uri="{BB962C8B-B14F-4D97-AF65-F5344CB8AC3E}">
        <p14:creationId xmlns:p14="http://schemas.microsoft.com/office/powerpoint/2010/main" val="2800329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19A35-C3DE-8B71-830A-403E8455E8C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9360C94-3487-6EEE-9053-4174E169653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Hardware Level Abstraction (HAL)</a:t>
            </a:r>
          </a:p>
        </p:txBody>
      </p:sp>
      <p:sp>
        <p:nvSpPr>
          <p:cNvPr id="3" name="Slide Number Placeholder 2">
            <a:extLst>
              <a:ext uri="{FF2B5EF4-FFF2-40B4-BE49-F238E27FC236}">
                <a16:creationId xmlns:a16="http://schemas.microsoft.com/office/drawing/2014/main" id="{3C3E1930-DBBF-72B1-6558-8B7CB09AB25A}"/>
              </a:ext>
            </a:extLst>
          </p:cNvPr>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12" name="Rectangle 3">
            <a:extLst>
              <a:ext uri="{FF2B5EF4-FFF2-40B4-BE49-F238E27FC236}">
                <a16:creationId xmlns:a16="http://schemas.microsoft.com/office/drawing/2014/main" id="{2D4432A6-9455-31AE-2B96-9854AB0A2448}"/>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True to its name HAL lets the virtualization perform at the level of the hardware. This makes use of a hypervisor which is used for functioning.</a:t>
            </a:r>
          </a:p>
          <a:p>
            <a:pPr algn="just">
              <a:spcBef>
                <a:spcPts val="1200"/>
              </a:spcBef>
            </a:pPr>
            <a:r>
              <a:rPr lang="en-US" dirty="0">
                <a:latin typeface="Arial" panose="020B0604020202020204" pitchFamily="34" charset="0"/>
                <a:cs typeface="Arial" panose="020B0604020202020204" pitchFamily="34" charset="0"/>
              </a:rPr>
              <a:t>At this level, the virtual machine is formed, and this manages the hardware using the process of virtualization. It allows the virtualization of each of the hardware components, which could be the input-output device, the memory, the processor, etc.</a:t>
            </a:r>
          </a:p>
          <a:p>
            <a:pPr algn="just">
              <a:spcBef>
                <a:spcPts val="1200"/>
              </a:spcBef>
            </a:pPr>
            <a:r>
              <a:rPr lang="en-US" dirty="0">
                <a:latin typeface="Arial" panose="020B0604020202020204" pitchFamily="34" charset="0"/>
                <a:cs typeface="Arial" panose="020B0604020202020204" pitchFamily="34" charset="0"/>
              </a:rPr>
              <a:t>Multiple users will not be able to use the same hardware and also use multiple virtualization instances at the very same time. This is mostly used in the cloud-based  infrastructure.</a:t>
            </a:r>
          </a:p>
          <a:p>
            <a:pPr algn="just">
              <a:spcBef>
                <a:spcPts val="1200"/>
              </a:spcBef>
            </a:pPr>
            <a:r>
              <a:rPr lang="en-US" dirty="0">
                <a:latin typeface="Arial" panose="020B0604020202020204" pitchFamily="34" charset="0"/>
                <a:cs typeface="Arial" panose="020B0604020202020204" pitchFamily="34" charset="0"/>
              </a:rPr>
              <a:t>Virtualization at the HAL exploits the similarity in architectures of the guest and host platforms to cut down the interpretation latency. Virtualization technique helps map the virtual resources to physical resources and use the native hardware for computations in the VM.</a:t>
            </a:r>
          </a:p>
        </p:txBody>
      </p:sp>
    </p:spTree>
    <p:custDataLst>
      <p:tags r:id="rId1"/>
    </p:custDataLst>
    <p:extLst>
      <p:ext uri="{BB962C8B-B14F-4D97-AF65-F5344CB8AC3E}">
        <p14:creationId xmlns:p14="http://schemas.microsoft.com/office/powerpoint/2010/main" val="1703395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29EB-6C7C-779E-768C-9018A80C90C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F97A318-DBDD-1F1D-CFB4-F8A98452483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Operating System Level</a:t>
            </a:r>
          </a:p>
        </p:txBody>
      </p:sp>
      <p:sp>
        <p:nvSpPr>
          <p:cNvPr id="3" name="Slide Number Placeholder 2">
            <a:extLst>
              <a:ext uri="{FF2B5EF4-FFF2-40B4-BE49-F238E27FC236}">
                <a16:creationId xmlns:a16="http://schemas.microsoft.com/office/drawing/2014/main" id="{AE5B2B65-F13F-4891-C64D-56F94B4457FC}"/>
              </a:ext>
            </a:extLst>
          </p:cNvPr>
          <p:cNvSpPr>
            <a:spLocks noGrp="1"/>
          </p:cNvSpPr>
          <p:nvPr>
            <p:ph type="sldNum" sz="quarter" idx="12"/>
          </p:nvPr>
        </p:nvSpPr>
        <p:spPr/>
        <p:txBody>
          <a:bodyPr/>
          <a:lstStyle/>
          <a:p>
            <a:fld id="{3485D9CA-6DAA-4C3C-A3E2-EDEA918D5F89}" type="slidenum">
              <a:rPr lang="en-US">
                <a:latin typeface="Calibri"/>
              </a:rPr>
              <a:pPr/>
              <a:t>25</a:t>
            </a:fld>
            <a:endParaRPr lang="en-US">
              <a:latin typeface="Calibri"/>
            </a:endParaRPr>
          </a:p>
        </p:txBody>
      </p:sp>
      <p:sp>
        <p:nvSpPr>
          <p:cNvPr id="12" name="Rectangle 3">
            <a:extLst>
              <a:ext uri="{FF2B5EF4-FFF2-40B4-BE49-F238E27FC236}">
                <a16:creationId xmlns:a16="http://schemas.microsoft.com/office/drawing/2014/main" id="{E738A7CC-BF75-4570-D4AE-DE48517EB101}"/>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At the level of the operating system, the virtualization model is capable of creating a layer that is abstract between the operating system and the application.</a:t>
            </a:r>
          </a:p>
          <a:p>
            <a:pPr algn="just">
              <a:spcBef>
                <a:spcPts val="1200"/>
              </a:spcBef>
            </a:pPr>
            <a:r>
              <a:rPr lang="en-US" dirty="0">
                <a:latin typeface="Arial" panose="020B0604020202020204" pitchFamily="34" charset="0"/>
                <a:cs typeface="Arial" panose="020B0604020202020204" pitchFamily="34" charset="0"/>
              </a:rPr>
              <a:t>This is an isolated container that is on the operating system and the physical server, which makes use of the software and hardware. Each of these then functions in the form of a server.</a:t>
            </a:r>
          </a:p>
          <a:p>
            <a:pPr algn="just">
              <a:spcBef>
                <a:spcPts val="1200"/>
              </a:spcBef>
            </a:pPr>
            <a:r>
              <a:rPr lang="en-US" dirty="0">
                <a:latin typeface="Arial" panose="020B0604020202020204" pitchFamily="34" charset="0"/>
                <a:cs typeface="Arial" panose="020B0604020202020204" pitchFamily="34" charset="0"/>
              </a:rPr>
              <a:t>When there are several users, and no one wants to share the hardware, then this is where the virtualization level is used. Every user will get his virtual environment using a virtual hardware resource that is dedicated. In this way, there is no question of any conflict.</a:t>
            </a:r>
          </a:p>
          <a:p>
            <a:pPr algn="just">
              <a:spcBef>
                <a:spcPts val="1200"/>
              </a:spcBef>
            </a:pPr>
            <a:r>
              <a:rPr lang="en-US" b="1" dirty="0">
                <a:latin typeface="Arial" panose="020B0604020202020204" pitchFamily="34" charset="0"/>
                <a:cs typeface="Arial" panose="020B0604020202020204" pitchFamily="34" charset="0"/>
              </a:rPr>
              <a:t>Operating system virtualization (OS virtualization) is a server virtualization technology that involves tailoring a standard operating system so that it can run different applications handled by multiple users on a single computer at a time</a:t>
            </a:r>
          </a:p>
        </p:txBody>
      </p:sp>
    </p:spTree>
    <p:custDataLst>
      <p:tags r:id="rId1"/>
    </p:custDataLst>
    <p:extLst>
      <p:ext uri="{BB962C8B-B14F-4D97-AF65-F5344CB8AC3E}">
        <p14:creationId xmlns:p14="http://schemas.microsoft.com/office/powerpoint/2010/main" val="1540530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98767-30AE-9B57-B4CD-C8C09EF928F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4D6C5F9-1B9E-ABBF-E852-01AD9F1B72A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Library Level</a:t>
            </a:r>
          </a:p>
        </p:txBody>
      </p:sp>
      <p:sp>
        <p:nvSpPr>
          <p:cNvPr id="3" name="Slide Number Placeholder 2">
            <a:extLst>
              <a:ext uri="{FF2B5EF4-FFF2-40B4-BE49-F238E27FC236}">
                <a16:creationId xmlns:a16="http://schemas.microsoft.com/office/drawing/2014/main" id="{4E2EE1C1-D2E4-50D9-61C6-E661C621F617}"/>
              </a:ext>
            </a:extLst>
          </p:cNvPr>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sp>
        <p:nvSpPr>
          <p:cNvPr id="12" name="Rectangle 3">
            <a:extLst>
              <a:ext uri="{FF2B5EF4-FFF2-40B4-BE49-F238E27FC236}">
                <a16:creationId xmlns:a16="http://schemas.microsoft.com/office/drawing/2014/main" id="{3C59C70F-07E3-1C35-8335-19024B4D8E46}"/>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The operating system is cumbersome, and this is when the applications make use of the API that is from the libraries at a user level.</a:t>
            </a:r>
          </a:p>
          <a:p>
            <a:pPr algn="just">
              <a:spcBef>
                <a:spcPts val="1200"/>
              </a:spcBef>
            </a:pPr>
            <a:r>
              <a:rPr lang="en-US" dirty="0">
                <a:latin typeface="Arial" panose="020B0604020202020204" pitchFamily="34" charset="0"/>
                <a:cs typeface="Arial" panose="020B0604020202020204" pitchFamily="34" charset="0"/>
              </a:rPr>
              <a:t>These APIs are documented well, and this is why the library virtualization level is preferred in these scenarios.</a:t>
            </a:r>
          </a:p>
          <a:p>
            <a:pPr algn="just">
              <a:spcBef>
                <a:spcPts val="1200"/>
              </a:spcBef>
            </a:pPr>
            <a:r>
              <a:rPr lang="en-US" dirty="0">
                <a:latin typeface="Arial" panose="020B0604020202020204" pitchFamily="34" charset="0"/>
                <a:cs typeface="Arial" panose="020B0604020202020204" pitchFamily="34" charset="0"/>
              </a:rPr>
              <a:t>API hooks make it possible as it controls the link of communication from the application to the system. API hooking is a technique by which we can instrument and modify the behavior and flow of API calls.</a:t>
            </a:r>
            <a:endParaRPr lang="en-US" b="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444461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712A7-6B52-EFB2-2DE6-C9C35924DE9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541C63C-19FF-8F88-31BA-F40BA2122C9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Application Level</a:t>
            </a:r>
          </a:p>
        </p:txBody>
      </p:sp>
      <p:sp>
        <p:nvSpPr>
          <p:cNvPr id="3" name="Slide Number Placeholder 2">
            <a:extLst>
              <a:ext uri="{FF2B5EF4-FFF2-40B4-BE49-F238E27FC236}">
                <a16:creationId xmlns:a16="http://schemas.microsoft.com/office/drawing/2014/main" id="{3F31D4BC-DDCD-7484-918B-F09257C2C55C}"/>
              </a:ext>
            </a:extLst>
          </p:cNvPr>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12" name="Rectangle 3">
            <a:extLst>
              <a:ext uri="{FF2B5EF4-FFF2-40B4-BE49-F238E27FC236}">
                <a16:creationId xmlns:a16="http://schemas.microsoft.com/office/drawing/2014/main" id="{F1546E47-247A-15B9-A8D7-29AE510C8F8F}"/>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The application-level virtualization is used when there is a desire to virtualize only one application and is the last of the implementation levels of virtualization in cloud computing. One does not need to virtualize the entire environment of the platform.</a:t>
            </a:r>
          </a:p>
          <a:p>
            <a:pPr algn="just">
              <a:spcBef>
                <a:spcPts val="1200"/>
              </a:spcBef>
            </a:pPr>
            <a:r>
              <a:rPr lang="en-US" dirty="0">
                <a:latin typeface="Arial" panose="020B0604020202020204" pitchFamily="34" charset="0"/>
                <a:cs typeface="Arial" panose="020B0604020202020204" pitchFamily="34" charset="0"/>
              </a:rPr>
              <a:t>This is generally used when you run virtual machines that use high-level languages. The application will sit above the virtualization layer, which in turn sits on the application program.</a:t>
            </a:r>
          </a:p>
          <a:p>
            <a:pPr algn="just">
              <a:spcBef>
                <a:spcPts val="1200"/>
              </a:spcBef>
            </a:pPr>
            <a:r>
              <a:rPr lang="en-US" dirty="0">
                <a:latin typeface="Arial" panose="020B0604020202020204" pitchFamily="34" charset="0"/>
                <a:cs typeface="Arial" panose="020B0604020202020204" pitchFamily="34" charset="0"/>
              </a:rPr>
              <a:t>It lets the high-level language programs compiled to be used in the application level of the virtual machine run seamlessly.</a:t>
            </a:r>
          </a:p>
          <a:p>
            <a:pPr algn="just">
              <a:spcBef>
                <a:spcPts val="1200"/>
              </a:spcBef>
            </a:pPr>
            <a:r>
              <a:rPr lang="en-US" b="1" dirty="0">
                <a:latin typeface="Arial" panose="020B0604020202020204" pitchFamily="34" charset="0"/>
                <a:cs typeface="Arial" panose="020B0604020202020204" pitchFamily="34" charset="0"/>
              </a:rPr>
              <a:t>Application virtualization is a process that deceives a standard app into believing that it interfaces directly with an operating system's capacities when, in fact, it does not. This ruse requires a virtualization layer inserted between the app and the OS.</a:t>
            </a:r>
          </a:p>
        </p:txBody>
      </p:sp>
    </p:spTree>
    <p:custDataLst>
      <p:tags r:id="rId1"/>
    </p:custDataLst>
    <p:extLst>
      <p:ext uri="{BB962C8B-B14F-4D97-AF65-F5344CB8AC3E}">
        <p14:creationId xmlns:p14="http://schemas.microsoft.com/office/powerpoint/2010/main" val="1491108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8ED1D-2387-58DF-59EB-8F10DD64790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94388D6-43DA-46DD-1409-A485674588F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Virtualization Structures/Tools &amp; Mechanisms</a:t>
            </a:r>
          </a:p>
        </p:txBody>
      </p:sp>
      <p:sp>
        <p:nvSpPr>
          <p:cNvPr id="3" name="Slide Number Placeholder 2">
            <a:extLst>
              <a:ext uri="{FF2B5EF4-FFF2-40B4-BE49-F238E27FC236}">
                <a16:creationId xmlns:a16="http://schemas.microsoft.com/office/drawing/2014/main" id="{14C443E0-3D70-9151-BA3F-29727B5B15C3}"/>
              </a:ext>
            </a:extLst>
          </p:cNvPr>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sp>
        <p:nvSpPr>
          <p:cNvPr id="12" name="Rectangle 3">
            <a:extLst>
              <a:ext uri="{FF2B5EF4-FFF2-40B4-BE49-F238E27FC236}">
                <a16:creationId xmlns:a16="http://schemas.microsoft.com/office/drawing/2014/main" id="{C2045855-AA3A-8795-6E51-CC45ACA9C1DE}"/>
              </a:ext>
            </a:extLst>
          </p:cNvPr>
          <p:cNvSpPr txBox="1">
            <a:spLocks noChangeArrowheads="1"/>
          </p:cNvSpPr>
          <p:nvPr/>
        </p:nvSpPr>
        <p:spPr>
          <a:xfrm>
            <a:off x="632151" y="1453241"/>
            <a:ext cx="10468986"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800"/>
              </a:spcBef>
            </a:pPr>
            <a:r>
              <a:rPr lang="en-US" dirty="0">
                <a:latin typeface="Arial" panose="020B0604020202020204" pitchFamily="34" charset="0"/>
                <a:cs typeface="Arial" panose="020B0604020202020204" pitchFamily="34" charset="0"/>
              </a:rPr>
              <a:t>In general, there are three typical classes of VM architecture.</a:t>
            </a:r>
          </a:p>
          <a:p>
            <a:pPr algn="just">
              <a:spcBef>
                <a:spcPts val="1800"/>
              </a:spcBef>
            </a:pPr>
            <a:r>
              <a:rPr lang="en-US" dirty="0">
                <a:latin typeface="Arial" panose="020B0604020202020204" pitchFamily="34" charset="0"/>
                <a:cs typeface="Arial" panose="020B0604020202020204" pitchFamily="34" charset="0"/>
              </a:rPr>
              <a:t>Before virtualization, the operating system manages the hardware.</a:t>
            </a:r>
          </a:p>
          <a:p>
            <a:pPr algn="just">
              <a:spcBef>
                <a:spcPts val="1800"/>
              </a:spcBef>
            </a:pPr>
            <a:r>
              <a:rPr lang="en-US" dirty="0">
                <a:latin typeface="Arial" panose="020B0604020202020204" pitchFamily="34" charset="0"/>
                <a:cs typeface="Arial" panose="020B0604020202020204" pitchFamily="34" charset="0"/>
              </a:rPr>
              <a:t>After virtualization, a virtualization layer is inserted between the hardware and the operating system. In such a case, the virtualization layer is responsible for converting portions of the real hardware into virtual hardware.</a:t>
            </a:r>
          </a:p>
          <a:p>
            <a:pPr algn="just">
              <a:spcBef>
                <a:spcPts val="1800"/>
              </a:spcBef>
            </a:pPr>
            <a:r>
              <a:rPr lang="en-US" dirty="0">
                <a:latin typeface="Arial" panose="020B0604020202020204" pitchFamily="34" charset="0"/>
                <a:cs typeface="Arial" panose="020B0604020202020204" pitchFamily="34" charset="0"/>
              </a:rPr>
              <a:t>Therefore, different operating systems such as Linux and Windows can run on the same physical machine, simultaneously.</a:t>
            </a:r>
          </a:p>
          <a:p>
            <a:pPr algn="just">
              <a:spcBef>
                <a:spcPts val="1800"/>
              </a:spcBef>
            </a:pPr>
            <a:r>
              <a:rPr lang="en-US" dirty="0">
                <a:latin typeface="Arial" panose="020B0604020202020204" pitchFamily="34" charset="0"/>
                <a:cs typeface="Arial" panose="020B0604020202020204" pitchFamily="34" charset="0"/>
              </a:rPr>
              <a:t>Depending on the position of the virtualization layer, there are several classes of VM architectures, namely the full virtualization, para-virtualization, and host-based virtualization.</a:t>
            </a:r>
            <a:endParaRPr lang="en-US" b="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837102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2D27D-D050-F2E5-4914-77A53E4BBDC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8C7614A-4670-B15D-D684-AFA8277D665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Virtualization Structures/Tools &amp; Mechanisms</a:t>
            </a:r>
          </a:p>
        </p:txBody>
      </p:sp>
      <p:sp>
        <p:nvSpPr>
          <p:cNvPr id="3" name="Slide Number Placeholder 2">
            <a:extLst>
              <a:ext uri="{FF2B5EF4-FFF2-40B4-BE49-F238E27FC236}">
                <a16:creationId xmlns:a16="http://schemas.microsoft.com/office/drawing/2014/main" id="{2A95419A-5966-42FB-5A6E-82ACF1BF84F8}"/>
              </a:ext>
            </a:extLst>
          </p:cNvPr>
          <p:cNvSpPr>
            <a:spLocks noGrp="1"/>
          </p:cNvSpPr>
          <p:nvPr>
            <p:ph type="sldNum" sz="quarter" idx="12"/>
          </p:nvPr>
        </p:nvSpPr>
        <p:spPr/>
        <p:txBody>
          <a:bodyPr/>
          <a:lstStyle/>
          <a:p>
            <a:fld id="{3485D9CA-6DAA-4C3C-A3E2-EDEA918D5F89}" type="slidenum">
              <a:rPr lang="en-US">
                <a:latin typeface="Calibri"/>
              </a:rPr>
              <a:pPr/>
              <a:t>29</a:t>
            </a:fld>
            <a:endParaRPr lang="en-US">
              <a:latin typeface="Calibri"/>
            </a:endParaRPr>
          </a:p>
        </p:txBody>
      </p:sp>
      <p:sp>
        <p:nvSpPr>
          <p:cNvPr id="12" name="Rectangle 3">
            <a:extLst>
              <a:ext uri="{FF2B5EF4-FFF2-40B4-BE49-F238E27FC236}">
                <a16:creationId xmlns:a16="http://schemas.microsoft.com/office/drawing/2014/main" id="{D2BFFCDF-3CE1-EE46-468F-49BCE261365B}"/>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b="1" dirty="0">
                <a:solidFill>
                  <a:srgbClr val="00B050"/>
                </a:solidFill>
                <a:latin typeface="Arial" panose="020B0604020202020204" pitchFamily="34" charset="0"/>
                <a:cs typeface="Arial" panose="020B0604020202020204" pitchFamily="34" charset="0"/>
              </a:rPr>
              <a:t>Full Virtualization</a:t>
            </a:r>
            <a:r>
              <a:rPr lang="en-US" dirty="0">
                <a:latin typeface="Arial" panose="020B0604020202020204" pitchFamily="34" charset="0"/>
                <a:cs typeface="Arial" panose="020B0604020202020204" pitchFamily="34" charset="0"/>
              </a:rPr>
              <a:t>, which uses binary translation or hardware-assisted virtualization for complete system emulation; </a:t>
            </a:r>
          </a:p>
          <a:p>
            <a:pPr algn="just">
              <a:spcBef>
                <a:spcPts val="1200"/>
              </a:spcBef>
            </a:pPr>
            <a:r>
              <a:rPr lang="en-US" b="1" dirty="0">
                <a:solidFill>
                  <a:srgbClr val="00B050"/>
                </a:solidFill>
                <a:latin typeface="Arial" panose="020B0604020202020204" pitchFamily="34" charset="0"/>
                <a:cs typeface="Arial" panose="020B0604020202020204" pitchFamily="34" charset="0"/>
              </a:rPr>
              <a:t>Para-Virtualization</a:t>
            </a:r>
            <a:r>
              <a:rPr lang="en-US" dirty="0">
                <a:latin typeface="Arial" panose="020B0604020202020204" pitchFamily="34" charset="0"/>
                <a:cs typeface="Arial" panose="020B0604020202020204" pitchFamily="34" charset="0"/>
              </a:rPr>
              <a:t>, where the guest operating system is modified to communicate more efficiently with the virtualization layer; </a:t>
            </a:r>
          </a:p>
          <a:p>
            <a:pPr algn="just">
              <a:spcBef>
                <a:spcPts val="1200"/>
              </a:spcBef>
            </a:pPr>
            <a:r>
              <a:rPr lang="en-US" b="1" dirty="0">
                <a:solidFill>
                  <a:srgbClr val="00B050"/>
                </a:solidFill>
                <a:latin typeface="Arial" panose="020B0604020202020204" pitchFamily="34" charset="0"/>
                <a:cs typeface="Arial" panose="020B0604020202020204" pitchFamily="34" charset="0"/>
              </a:rPr>
              <a:t>Host-Based Virtualization</a:t>
            </a:r>
            <a:r>
              <a:rPr lang="en-US" dirty="0">
                <a:latin typeface="Arial" panose="020B0604020202020204" pitchFamily="34" charset="0"/>
                <a:cs typeface="Arial" panose="020B0604020202020204" pitchFamily="34" charset="0"/>
              </a:rPr>
              <a:t>, which runs virtual machines as applications on top of a host operating system. </a:t>
            </a:r>
          </a:p>
          <a:p>
            <a:pPr algn="just">
              <a:spcBef>
                <a:spcPts val="1200"/>
              </a:spcBef>
            </a:pPr>
            <a:r>
              <a:rPr lang="en-US" dirty="0">
                <a:latin typeface="Arial" panose="020B0604020202020204" pitchFamily="34" charset="0"/>
                <a:cs typeface="Arial" panose="020B0604020202020204" pitchFamily="34" charset="0"/>
              </a:rPr>
              <a:t>These mechanisms are managed by a hypervisor, which abstracts physical resources and allows multiple operating systems and applications to run in isolated virtual machines on a single physical server. </a:t>
            </a:r>
            <a:endParaRPr lang="en-US" b="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60237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5C73-FDB0-B273-656D-9B71813DC8A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627C58D-36C5-2E40-8970-DC8BBE386DE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Virtualization Structures/Tools &amp; Mechanisms</a:t>
            </a:r>
          </a:p>
        </p:txBody>
      </p:sp>
      <p:sp>
        <p:nvSpPr>
          <p:cNvPr id="3" name="Slide Number Placeholder 2">
            <a:extLst>
              <a:ext uri="{FF2B5EF4-FFF2-40B4-BE49-F238E27FC236}">
                <a16:creationId xmlns:a16="http://schemas.microsoft.com/office/drawing/2014/main" id="{D7D83D3E-1621-6A5F-2EC3-92BB42D57305}"/>
              </a:ext>
            </a:extLst>
          </p:cNvPr>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12" name="Rectangle 3">
            <a:extLst>
              <a:ext uri="{FF2B5EF4-FFF2-40B4-BE49-F238E27FC236}">
                <a16:creationId xmlns:a16="http://schemas.microsoft.com/office/drawing/2014/main" id="{1307F447-A10E-935F-74E8-FB45DA4F7890}"/>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The hypervisor supports hardware-level virtualization on bare metal devices like CPU, memory, disk and network interfaces.</a:t>
            </a:r>
          </a:p>
          <a:p>
            <a:pPr algn="just">
              <a:spcBef>
                <a:spcPts val="1200"/>
              </a:spcBef>
            </a:pPr>
            <a:r>
              <a:rPr lang="en-US" dirty="0">
                <a:latin typeface="Arial" panose="020B0604020202020204" pitchFamily="34" charset="0"/>
                <a:cs typeface="Arial" panose="020B0604020202020204" pitchFamily="34" charset="0"/>
              </a:rPr>
              <a:t>The hypervisor software sits directly between the physical hardware and its OS. This virtualization layer is referred to as either the VMM or the hypervisor. The hypervisor provides </a:t>
            </a:r>
            <a:r>
              <a:rPr lang="en-US" dirty="0" err="1">
                <a:latin typeface="Arial" panose="020B0604020202020204" pitchFamily="34" charset="0"/>
                <a:cs typeface="Arial" panose="020B0604020202020204" pitchFamily="34" charset="0"/>
              </a:rPr>
              <a:t>hypercalls</a:t>
            </a:r>
            <a:r>
              <a:rPr lang="en-US" dirty="0">
                <a:latin typeface="Arial" panose="020B0604020202020204" pitchFamily="34" charset="0"/>
                <a:cs typeface="Arial" panose="020B0604020202020204" pitchFamily="34" charset="0"/>
              </a:rPr>
              <a:t> for the guest OSes and applications. </a:t>
            </a:r>
          </a:p>
          <a:p>
            <a:pPr algn="just">
              <a:spcBef>
                <a:spcPts val="1200"/>
              </a:spcBef>
            </a:pPr>
            <a:r>
              <a:rPr lang="en-US" b="1" dirty="0">
                <a:solidFill>
                  <a:srgbClr val="FF0000"/>
                </a:solidFill>
                <a:latin typeface="Arial" panose="020B0604020202020204" pitchFamily="34" charset="0"/>
                <a:cs typeface="Arial" panose="020B0604020202020204" pitchFamily="34" charset="0"/>
              </a:rPr>
              <a:t>Type-1 Hypervisor: </a:t>
            </a:r>
            <a:r>
              <a:rPr lang="en-US" dirty="0">
                <a:latin typeface="Arial" panose="020B0604020202020204" pitchFamily="34" charset="0"/>
                <a:cs typeface="Arial" panose="020B0604020202020204" pitchFamily="34" charset="0"/>
              </a:rPr>
              <a:t>The hypervisor runs directly on the underlying host system. It is also known as a “Native Hypervisor” or “Bare metal hypervisor”. It does not require any base server operating system. It has direct access to hardware resources. </a:t>
            </a:r>
          </a:p>
          <a:p>
            <a:pPr algn="just">
              <a:spcBef>
                <a:spcPts val="1200"/>
              </a:spcBef>
            </a:pPr>
            <a:r>
              <a:rPr lang="en-US" b="1" dirty="0">
                <a:solidFill>
                  <a:srgbClr val="FF0000"/>
                </a:solidFill>
                <a:latin typeface="Arial" panose="020B0604020202020204" pitchFamily="34" charset="0"/>
                <a:cs typeface="Arial" panose="020B0604020202020204" pitchFamily="34" charset="0"/>
              </a:rPr>
              <a:t>Type-2 Hypervisor: </a:t>
            </a:r>
            <a:r>
              <a:rPr lang="en-US" dirty="0">
                <a:latin typeface="Arial" panose="020B0604020202020204" pitchFamily="34" charset="0"/>
                <a:cs typeface="Arial" panose="020B0604020202020204" pitchFamily="34" charset="0"/>
              </a:rPr>
              <a:t>A Host operating system runs on the underlying host system. It is also known as ‘Hosted Hypervisor”. Such kind of hypervisors doesn’t run directly over the underlying hardware rather they run as an application in a Host system (physical machine) </a:t>
            </a:r>
            <a:endParaRPr lang="en-US" b="1"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932070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61F37-D2EF-F8ED-8E6C-AED9EE9F47E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BE355D9-D599-2C3C-8F0D-FEC03EF1BD5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Binary Translation with Full Virtualization</a:t>
            </a:r>
          </a:p>
        </p:txBody>
      </p:sp>
      <p:sp>
        <p:nvSpPr>
          <p:cNvPr id="3" name="Slide Number Placeholder 2">
            <a:extLst>
              <a:ext uri="{FF2B5EF4-FFF2-40B4-BE49-F238E27FC236}">
                <a16:creationId xmlns:a16="http://schemas.microsoft.com/office/drawing/2014/main" id="{240F5FA3-F573-93E5-96FB-99838F923748}"/>
              </a:ext>
            </a:extLst>
          </p:cNvPr>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
        <p:nvSpPr>
          <p:cNvPr id="12" name="Rectangle 3">
            <a:extLst>
              <a:ext uri="{FF2B5EF4-FFF2-40B4-BE49-F238E27FC236}">
                <a16:creationId xmlns:a16="http://schemas.microsoft.com/office/drawing/2014/main" id="{0AEF4EC1-2427-596D-09AC-2FE46D612208}"/>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Depending on implementation technologies, hardware virtualization can be classified into two categories: full virtualization and host-based virtualization.</a:t>
            </a:r>
          </a:p>
          <a:p>
            <a:pPr algn="just">
              <a:spcBef>
                <a:spcPts val="1200"/>
              </a:spcBef>
            </a:pPr>
            <a:r>
              <a:rPr lang="en-US" dirty="0">
                <a:latin typeface="Arial" panose="020B0604020202020204" pitchFamily="34" charset="0"/>
                <a:cs typeface="Arial" panose="020B0604020202020204" pitchFamily="34" charset="0"/>
              </a:rPr>
              <a:t>Full virtualization does not need to modify the host OS. It relies on binary translation to trap and to virtualize the execution of certain sensitive, nonvirtualizable instructions. </a:t>
            </a:r>
          </a:p>
          <a:p>
            <a:pPr algn="just">
              <a:spcBef>
                <a:spcPts val="1200"/>
              </a:spcBef>
            </a:pPr>
            <a:r>
              <a:rPr lang="en-US" dirty="0">
                <a:latin typeface="Arial" panose="020B0604020202020204" pitchFamily="34" charset="0"/>
                <a:cs typeface="Arial" panose="020B0604020202020204" pitchFamily="34" charset="0"/>
              </a:rPr>
              <a:t>The guest OSes and their applications consist of noncritical and critical instructions.</a:t>
            </a:r>
          </a:p>
          <a:p>
            <a:pPr algn="just">
              <a:spcBef>
                <a:spcPts val="1200"/>
              </a:spcBef>
            </a:pPr>
            <a:r>
              <a:rPr lang="en-US" dirty="0">
                <a:latin typeface="Arial" panose="020B0604020202020204" pitchFamily="34" charset="0"/>
                <a:cs typeface="Arial" panose="020B0604020202020204" pitchFamily="34" charset="0"/>
              </a:rPr>
              <a:t>In a host-based system, both a host OS and a guest OS are used.</a:t>
            </a:r>
          </a:p>
          <a:p>
            <a:pPr algn="just">
              <a:spcBef>
                <a:spcPts val="1200"/>
              </a:spcBef>
            </a:pPr>
            <a:r>
              <a:rPr lang="en-US" dirty="0">
                <a:latin typeface="Arial" panose="020B0604020202020204" pitchFamily="34" charset="0"/>
                <a:cs typeface="Arial" panose="020B0604020202020204" pitchFamily="34" charset="0"/>
              </a:rPr>
              <a:t>A virtualization software layer is built between the host OS and guest OS.</a:t>
            </a:r>
          </a:p>
        </p:txBody>
      </p:sp>
    </p:spTree>
    <p:custDataLst>
      <p:tags r:id="rId1"/>
    </p:custDataLst>
    <p:extLst>
      <p:ext uri="{BB962C8B-B14F-4D97-AF65-F5344CB8AC3E}">
        <p14:creationId xmlns:p14="http://schemas.microsoft.com/office/powerpoint/2010/main" val="2765656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E89D0-4D10-1EE3-751A-BC000ABB220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499B3F0-05A4-4524-373E-F63019FF646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Binary Translation with Full Virtualization</a:t>
            </a:r>
          </a:p>
        </p:txBody>
      </p:sp>
      <p:sp>
        <p:nvSpPr>
          <p:cNvPr id="3" name="Slide Number Placeholder 2">
            <a:extLst>
              <a:ext uri="{FF2B5EF4-FFF2-40B4-BE49-F238E27FC236}">
                <a16:creationId xmlns:a16="http://schemas.microsoft.com/office/drawing/2014/main" id="{CE9E5A60-9A34-F65A-19CB-EFE029C82AC1}"/>
              </a:ext>
            </a:extLst>
          </p:cNvPr>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
        <p:nvSpPr>
          <p:cNvPr id="12" name="Rectangle 3">
            <a:extLst>
              <a:ext uri="{FF2B5EF4-FFF2-40B4-BE49-F238E27FC236}">
                <a16:creationId xmlns:a16="http://schemas.microsoft.com/office/drawing/2014/main" id="{13AB1401-2C9A-0D66-FBF2-4EE95C1A520D}"/>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b="1" dirty="0">
                <a:solidFill>
                  <a:srgbClr val="FF0000"/>
                </a:solidFill>
                <a:latin typeface="Arial" panose="020B0604020202020204" pitchFamily="34" charset="0"/>
                <a:cs typeface="Arial" panose="020B0604020202020204" pitchFamily="34" charset="0"/>
              </a:rPr>
              <a:t>Full Virtualization:</a:t>
            </a:r>
            <a:r>
              <a:rPr lang="en-US" dirty="0">
                <a:latin typeface="Arial" panose="020B0604020202020204" pitchFamily="34" charset="0"/>
                <a:cs typeface="Arial" panose="020B0604020202020204" pitchFamily="34" charset="0"/>
              </a:rPr>
              <a:t> With full virtualization, noncritical instructions run on the hardware directly while critical instructions are discovered and replaced with traps into the VMM to be emulated by software. </a:t>
            </a:r>
          </a:p>
          <a:p>
            <a:pPr algn="just">
              <a:spcBef>
                <a:spcPts val="1200"/>
              </a:spcBef>
            </a:pPr>
            <a:r>
              <a:rPr lang="en-US" dirty="0">
                <a:latin typeface="Arial" panose="020B0604020202020204" pitchFamily="34" charset="0"/>
                <a:cs typeface="Arial" panose="020B0604020202020204" pitchFamily="34" charset="0"/>
              </a:rPr>
              <a:t>Both the hypervisor and VMM approaches are considered full virtualization.</a:t>
            </a:r>
          </a:p>
          <a:p>
            <a:pPr algn="just">
              <a:spcBef>
                <a:spcPts val="1200"/>
              </a:spcBef>
            </a:pPr>
            <a:r>
              <a:rPr lang="en-US" dirty="0">
                <a:latin typeface="Arial" panose="020B0604020202020204" pitchFamily="34" charset="0"/>
                <a:cs typeface="Arial" panose="020B0604020202020204" pitchFamily="34" charset="0"/>
              </a:rPr>
              <a:t>Why are only critical instructions trapped into the VMM? This is because binary translation can incur a large performance overhead. </a:t>
            </a:r>
          </a:p>
          <a:p>
            <a:pPr algn="just">
              <a:spcBef>
                <a:spcPts val="1200"/>
              </a:spcBef>
            </a:pPr>
            <a:r>
              <a:rPr lang="en-US" dirty="0">
                <a:latin typeface="Arial" panose="020B0604020202020204" pitchFamily="34" charset="0"/>
                <a:cs typeface="Arial" panose="020B0604020202020204" pitchFamily="34" charset="0"/>
              </a:rPr>
              <a:t>Noncritical instructions do not control hardware or threaten the security of the system, but critical instructions do.</a:t>
            </a:r>
          </a:p>
          <a:p>
            <a:pPr algn="just">
              <a:spcBef>
                <a:spcPts val="1200"/>
              </a:spcBef>
            </a:pPr>
            <a:r>
              <a:rPr lang="en-US" dirty="0">
                <a:latin typeface="Arial" panose="020B0604020202020204" pitchFamily="34" charset="0"/>
                <a:cs typeface="Arial" panose="020B0604020202020204" pitchFamily="34" charset="0"/>
              </a:rPr>
              <a:t>Therefore, running noncritical instructions on hardware not only can promote efficiency, but also can ensure system security.</a:t>
            </a:r>
          </a:p>
        </p:txBody>
      </p:sp>
    </p:spTree>
    <p:custDataLst>
      <p:tags r:id="rId1"/>
    </p:custDataLst>
    <p:extLst>
      <p:ext uri="{BB962C8B-B14F-4D97-AF65-F5344CB8AC3E}">
        <p14:creationId xmlns:p14="http://schemas.microsoft.com/office/powerpoint/2010/main" val="22933138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36F8-6457-F5BB-ED7A-AB57B9A1281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F03C713-1061-18E9-AAA5-6EFADAA4F98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Binary Translation with Full Virtualization</a:t>
            </a:r>
          </a:p>
        </p:txBody>
      </p:sp>
      <p:sp>
        <p:nvSpPr>
          <p:cNvPr id="3" name="Slide Number Placeholder 2">
            <a:extLst>
              <a:ext uri="{FF2B5EF4-FFF2-40B4-BE49-F238E27FC236}">
                <a16:creationId xmlns:a16="http://schemas.microsoft.com/office/drawing/2014/main" id="{835A095F-3E72-1E96-EBE6-93A7663550B9}"/>
              </a:ext>
            </a:extLst>
          </p:cNvPr>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sp>
        <p:nvSpPr>
          <p:cNvPr id="12" name="Rectangle 3">
            <a:extLst>
              <a:ext uri="{FF2B5EF4-FFF2-40B4-BE49-F238E27FC236}">
                <a16:creationId xmlns:a16="http://schemas.microsoft.com/office/drawing/2014/main" id="{6AD80D77-D2D0-F70A-9DDB-89D8275CB1D2}"/>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fontScale="925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b="1" dirty="0">
                <a:solidFill>
                  <a:srgbClr val="FF0000"/>
                </a:solidFill>
                <a:latin typeface="Arial" panose="020B0604020202020204" pitchFamily="34" charset="0"/>
                <a:cs typeface="Arial" panose="020B0604020202020204" pitchFamily="34" charset="0"/>
              </a:rPr>
              <a:t>Host-Based Virtualization:</a:t>
            </a:r>
            <a:r>
              <a:rPr lang="en-US" dirty="0">
                <a:latin typeface="Arial" panose="020B0604020202020204" pitchFamily="34" charset="0"/>
                <a:cs typeface="Arial" panose="020B0604020202020204" pitchFamily="34" charset="0"/>
              </a:rPr>
              <a:t> An alternative VM architecture is to install a virtualization layer on top of the host OS. This host OS is still responsible for managing the hardware.</a:t>
            </a:r>
          </a:p>
          <a:p>
            <a:pPr algn="just">
              <a:spcBef>
                <a:spcPts val="1200"/>
              </a:spcBef>
            </a:pPr>
            <a:r>
              <a:rPr lang="en-US" dirty="0">
                <a:latin typeface="Arial" panose="020B0604020202020204" pitchFamily="34" charset="0"/>
                <a:cs typeface="Arial" panose="020B0604020202020204" pitchFamily="34" charset="0"/>
              </a:rPr>
              <a:t>The guest OSes are installed and run on top of the virtualization layer. Dedicated applications may run on the VMs.</a:t>
            </a:r>
          </a:p>
          <a:p>
            <a:pPr algn="just">
              <a:spcBef>
                <a:spcPts val="1200"/>
              </a:spcBef>
            </a:pPr>
            <a:r>
              <a:rPr lang="en-US" dirty="0">
                <a:latin typeface="Arial" panose="020B0604020202020204" pitchFamily="34" charset="0"/>
                <a:cs typeface="Arial" panose="020B0604020202020204" pitchFamily="34" charset="0"/>
              </a:rPr>
              <a:t>This host-based architecture has some distinct advantages: </a:t>
            </a:r>
          </a:p>
          <a:p>
            <a:pPr lvl="1" algn="just">
              <a:spcBef>
                <a:spcPts val="1200"/>
              </a:spcBef>
            </a:pPr>
            <a:r>
              <a:rPr lang="en-US" dirty="0">
                <a:latin typeface="Arial" panose="020B0604020202020204" pitchFamily="34" charset="0"/>
                <a:cs typeface="Arial" panose="020B0604020202020204" pitchFamily="34" charset="0"/>
              </a:rPr>
              <a:t>First, the user can install this VM architecture without modifying the host OS. The virtualizing software can rely on the host OS to provide device drivers and other low-level services. This will simplify the VM design and ease its deployment.</a:t>
            </a:r>
          </a:p>
          <a:p>
            <a:pPr lvl="1" algn="just">
              <a:spcBef>
                <a:spcPts val="1200"/>
              </a:spcBef>
            </a:pPr>
            <a:r>
              <a:rPr lang="en-US" dirty="0">
                <a:latin typeface="Arial" panose="020B0604020202020204" pitchFamily="34" charset="0"/>
                <a:cs typeface="Arial" panose="020B0604020202020204" pitchFamily="34" charset="0"/>
              </a:rPr>
              <a:t>Second, the host-based approach appeals to many host machine configurations. Compared to the hypervisor/VMM architecture, the performance of the host-based architecture may also be low. When an application requests hardware access, it involves four layers of mapping which downgrades performance significantly. When the ISA of a guest OS is different from the ISA of the underlying hardware, binary translation must be adopted. Although the host-based architecture has flexibility, the performance is too low to be useful in practice.</a:t>
            </a:r>
          </a:p>
        </p:txBody>
      </p:sp>
    </p:spTree>
    <p:custDataLst>
      <p:tags r:id="rId1"/>
    </p:custDataLst>
    <p:extLst>
      <p:ext uri="{BB962C8B-B14F-4D97-AF65-F5344CB8AC3E}">
        <p14:creationId xmlns:p14="http://schemas.microsoft.com/office/powerpoint/2010/main" val="102022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0D76F-9771-AF77-EB34-A87DA54102F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D09AE33-460C-1AB8-4512-F95121479F6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Para-Virtualization with Compiler Support</a:t>
            </a:r>
          </a:p>
        </p:txBody>
      </p:sp>
      <p:sp>
        <p:nvSpPr>
          <p:cNvPr id="3" name="Slide Number Placeholder 2">
            <a:extLst>
              <a:ext uri="{FF2B5EF4-FFF2-40B4-BE49-F238E27FC236}">
                <a16:creationId xmlns:a16="http://schemas.microsoft.com/office/drawing/2014/main" id="{5B788823-82F0-BF46-ACF5-F2CB0FD69843}"/>
              </a:ext>
            </a:extLst>
          </p:cNvPr>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12" name="Rectangle 3">
            <a:extLst>
              <a:ext uri="{FF2B5EF4-FFF2-40B4-BE49-F238E27FC236}">
                <a16:creationId xmlns:a16="http://schemas.microsoft.com/office/drawing/2014/main" id="{BE443150-7A1C-84FD-5533-EBA48ED3B14D}"/>
              </a:ext>
            </a:extLst>
          </p:cNvPr>
          <p:cNvSpPr txBox="1">
            <a:spLocks noChangeArrowheads="1"/>
          </p:cNvSpPr>
          <p:nvPr/>
        </p:nvSpPr>
        <p:spPr>
          <a:xfrm>
            <a:off x="632151" y="1453241"/>
            <a:ext cx="1049592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dirty="0">
                <a:latin typeface="Arial" panose="020B0604020202020204" pitchFamily="34" charset="0"/>
                <a:cs typeface="Arial" panose="020B0604020202020204" pitchFamily="34" charset="0"/>
              </a:rPr>
              <a:t>Para-virtualization needs to modify the guest operating systems. A para-virtualized VM provides special APIs requiring substantial OS modifications in user applications.</a:t>
            </a:r>
          </a:p>
          <a:p>
            <a:pPr algn="just">
              <a:spcBef>
                <a:spcPts val="1200"/>
              </a:spcBef>
            </a:pPr>
            <a:r>
              <a:rPr lang="en-US" dirty="0">
                <a:latin typeface="Arial" panose="020B0604020202020204" pitchFamily="34" charset="0"/>
                <a:cs typeface="Arial" panose="020B0604020202020204" pitchFamily="34" charset="0"/>
              </a:rPr>
              <a:t>Performance degradation is a critical issue of a virtualized system. No one wants to use a VM if it is much slower than using a physical machine.</a:t>
            </a:r>
          </a:p>
          <a:p>
            <a:pPr algn="just">
              <a:spcBef>
                <a:spcPts val="1200"/>
              </a:spcBef>
            </a:pPr>
            <a:r>
              <a:rPr lang="en-US" dirty="0">
                <a:latin typeface="Arial" panose="020B0604020202020204" pitchFamily="34" charset="0"/>
                <a:cs typeface="Arial" panose="020B0604020202020204" pitchFamily="34" charset="0"/>
              </a:rPr>
              <a:t>The virtualization layer can be inserted at different positions in a machine software stack. However, para-virtualization attempts to reduce the virtualization overhead, and thus improve performance by modifying only the guest OS kernel.</a:t>
            </a:r>
          </a:p>
          <a:p>
            <a:pPr algn="just">
              <a:spcBef>
                <a:spcPts val="1200"/>
              </a:spcBef>
            </a:pPr>
            <a:r>
              <a:rPr lang="en-US" dirty="0">
                <a:latin typeface="Arial" panose="020B0604020202020204" pitchFamily="34" charset="0"/>
                <a:cs typeface="Arial" panose="020B0604020202020204" pitchFamily="34" charset="0"/>
              </a:rPr>
              <a:t>The guest operating systems are para-virtualized. They are assisted by </a:t>
            </a:r>
            <a:r>
              <a:rPr lang="en-US">
                <a:latin typeface="Arial" panose="020B0604020202020204" pitchFamily="34" charset="0"/>
                <a:cs typeface="Arial" panose="020B0604020202020204" pitchFamily="34" charset="0"/>
              </a:rPr>
              <a:t>an intelligent compiler </a:t>
            </a:r>
            <a:r>
              <a:rPr lang="en-US" dirty="0">
                <a:latin typeface="Arial" panose="020B0604020202020204" pitchFamily="34" charset="0"/>
                <a:cs typeface="Arial" panose="020B0604020202020204" pitchFamily="34" charset="0"/>
              </a:rPr>
              <a:t>to replace the nonvirtualizable OS instructions by </a:t>
            </a:r>
            <a:r>
              <a:rPr lang="en-US" dirty="0" err="1">
                <a:latin typeface="Arial" panose="020B0604020202020204" pitchFamily="34" charset="0"/>
                <a:cs typeface="Arial" panose="020B0604020202020204" pitchFamily="34" charset="0"/>
              </a:rPr>
              <a:t>hypercalls</a:t>
            </a: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1882902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54575-A5B1-845E-A63B-8689BC18BFF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73C11B2-F18B-4359-8CBC-5DAB2474E190}"/>
              </a:ext>
            </a:extLst>
          </p:cNvPr>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Virtualization Structures/Tools &amp; Mechanisms</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7D6DDEA0-0D33-DBCE-019C-20267AF10AAA}"/>
              </a:ext>
            </a:extLst>
          </p:cNvPr>
          <p:cNvSpPr>
            <a:spLocks noGrp="1"/>
          </p:cNvSpPr>
          <p:nvPr>
            <p:ph type="sldNum" sz="quarter" idx="12"/>
          </p:nvPr>
        </p:nvSpPr>
        <p:spPr/>
        <p:txBody>
          <a:bodyPr/>
          <a:lstStyle/>
          <a:p>
            <a:fld id="{3485D9CA-6DAA-4C3C-A3E2-EDEA918D5F89}" type="slidenum">
              <a:rPr lang="en-US" smtClean="0">
                <a:latin typeface="Calibri"/>
              </a:rPr>
              <a:pPr/>
              <a:t>35</a:t>
            </a:fld>
            <a:endParaRPr lang="en-US">
              <a:latin typeface="Calibri"/>
            </a:endParaRPr>
          </a:p>
        </p:txBody>
      </p:sp>
      <p:pic>
        <p:nvPicPr>
          <p:cNvPr id="2" name="Picture 1">
            <a:extLst>
              <a:ext uri="{FF2B5EF4-FFF2-40B4-BE49-F238E27FC236}">
                <a16:creationId xmlns:a16="http://schemas.microsoft.com/office/drawing/2014/main" id="{08D8D386-6E79-7D6B-BE2F-907665BCF10E}"/>
              </a:ext>
            </a:extLst>
          </p:cNvPr>
          <p:cNvPicPr>
            <a:picLocks noChangeAspect="1"/>
          </p:cNvPicPr>
          <p:nvPr/>
        </p:nvPicPr>
        <p:blipFill>
          <a:blip r:embed="rId3">
            <a:extLst>
              <a:ext uri="{28A0092B-C50C-407E-A947-70E740481C1C}">
                <a14:useLocalDpi xmlns:a14="http://schemas.microsoft.com/office/drawing/2010/main" val="0"/>
              </a:ext>
            </a:extLst>
          </a:blip>
          <a:srcRect l="3753" t="5017" r="3133" b="6457"/>
          <a:stretch>
            <a:fillRect/>
          </a:stretch>
        </p:blipFill>
        <p:spPr bwMode="auto">
          <a:xfrm>
            <a:off x="1572126" y="1374005"/>
            <a:ext cx="8534399" cy="5222778"/>
          </a:xfrm>
          <a:prstGeom prst="rect">
            <a:avLst/>
          </a:prstGeom>
          <a:noFill/>
        </p:spPr>
      </p:pic>
    </p:spTree>
    <p:custDataLst>
      <p:tags r:id="rId1"/>
    </p:custDataLst>
    <p:extLst>
      <p:ext uri="{BB962C8B-B14F-4D97-AF65-F5344CB8AC3E}">
        <p14:creationId xmlns:p14="http://schemas.microsoft.com/office/powerpoint/2010/main" val="1221160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EAB4F-0468-9230-3FBE-44CF2C08B43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12141D3-F6BB-E584-6A6C-B9D84432E7F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Performance Comparison</a:t>
            </a:r>
          </a:p>
        </p:txBody>
      </p:sp>
      <p:sp>
        <p:nvSpPr>
          <p:cNvPr id="3" name="Slide Number Placeholder 2">
            <a:extLst>
              <a:ext uri="{FF2B5EF4-FFF2-40B4-BE49-F238E27FC236}">
                <a16:creationId xmlns:a16="http://schemas.microsoft.com/office/drawing/2014/main" id="{CFE01D34-510B-73EA-ABC1-3A4FD191FB87}"/>
              </a:ext>
            </a:extLst>
          </p:cNvPr>
          <p:cNvSpPr>
            <a:spLocks noGrp="1"/>
          </p:cNvSpPr>
          <p:nvPr>
            <p:ph type="sldNum" sz="quarter" idx="12"/>
          </p:nvPr>
        </p:nvSpPr>
        <p:spPr/>
        <p:txBody>
          <a:bodyPr/>
          <a:lstStyle/>
          <a:p>
            <a:fld id="{3485D9CA-6DAA-4C3C-A3E2-EDEA918D5F89}" type="slidenum">
              <a:rPr lang="en-US" smtClean="0">
                <a:latin typeface="Calibri"/>
              </a:rPr>
              <a:pPr/>
              <a:t>36</a:t>
            </a:fld>
            <a:endParaRPr lang="en-US">
              <a:latin typeface="Calibri"/>
            </a:endParaRPr>
          </a:p>
        </p:txBody>
      </p:sp>
      <p:graphicFrame>
        <p:nvGraphicFramePr>
          <p:cNvPr id="4" name="Table 3">
            <a:extLst>
              <a:ext uri="{FF2B5EF4-FFF2-40B4-BE49-F238E27FC236}">
                <a16:creationId xmlns:a16="http://schemas.microsoft.com/office/drawing/2014/main" id="{4B1CFD40-790D-988E-761B-61361ACB2637}"/>
              </a:ext>
            </a:extLst>
          </p:cNvPr>
          <p:cNvGraphicFramePr>
            <a:graphicFrameLocks noGrp="1"/>
          </p:cNvGraphicFramePr>
          <p:nvPr>
            <p:extLst>
              <p:ext uri="{D42A27DB-BD31-4B8C-83A1-F6EECF244321}">
                <p14:modId xmlns:p14="http://schemas.microsoft.com/office/powerpoint/2010/main" val="3766142959"/>
              </p:ext>
            </p:extLst>
          </p:nvPr>
        </p:nvGraphicFramePr>
        <p:xfrm>
          <a:off x="764620" y="1409292"/>
          <a:ext cx="10192139" cy="5228573"/>
        </p:xfrm>
        <a:graphic>
          <a:graphicData uri="http://schemas.openxmlformats.org/drawingml/2006/table">
            <a:tbl>
              <a:tblPr>
                <a:tableStyleId>{3C2FFA5D-87B4-456A-9821-1D502468CF0F}</a:tableStyleId>
              </a:tblPr>
              <a:tblGrid>
                <a:gridCol w="1673780">
                  <a:extLst>
                    <a:ext uri="{9D8B030D-6E8A-4147-A177-3AD203B41FA5}">
                      <a16:colId xmlns:a16="http://schemas.microsoft.com/office/drawing/2014/main" val="374604924"/>
                    </a:ext>
                  </a:extLst>
                </a:gridCol>
                <a:gridCol w="2839453">
                  <a:extLst>
                    <a:ext uri="{9D8B030D-6E8A-4147-A177-3AD203B41FA5}">
                      <a16:colId xmlns:a16="http://schemas.microsoft.com/office/drawing/2014/main" val="1407488257"/>
                    </a:ext>
                  </a:extLst>
                </a:gridCol>
                <a:gridCol w="2839453">
                  <a:extLst>
                    <a:ext uri="{9D8B030D-6E8A-4147-A177-3AD203B41FA5}">
                      <a16:colId xmlns:a16="http://schemas.microsoft.com/office/drawing/2014/main" val="3354891507"/>
                    </a:ext>
                  </a:extLst>
                </a:gridCol>
                <a:gridCol w="2839453">
                  <a:extLst>
                    <a:ext uri="{9D8B030D-6E8A-4147-A177-3AD203B41FA5}">
                      <a16:colId xmlns:a16="http://schemas.microsoft.com/office/drawing/2014/main" val="1172790111"/>
                    </a:ext>
                  </a:extLst>
                </a:gridCol>
              </a:tblGrid>
              <a:tr h="354619">
                <a:tc>
                  <a:txBody>
                    <a:bodyPr/>
                    <a:lstStyle/>
                    <a:p>
                      <a:pPr algn="ctr">
                        <a:buNone/>
                      </a:pPr>
                      <a:r>
                        <a:rPr lang="en-US" sz="1700" b="1" dirty="0">
                          <a:latin typeface="Arial" panose="020B0604020202020204" pitchFamily="34" charset="0"/>
                          <a:cs typeface="Arial" panose="020B0604020202020204" pitchFamily="34" charset="0"/>
                        </a:rPr>
                        <a:t>Aspect</a:t>
                      </a:r>
                    </a:p>
                  </a:txBody>
                  <a:tcPr marL="43249" marR="43249" marT="21624" marB="21624" anchor="ctr"/>
                </a:tc>
                <a:tc>
                  <a:txBody>
                    <a:bodyPr/>
                    <a:lstStyle/>
                    <a:p>
                      <a:pPr algn="ctr">
                        <a:buNone/>
                      </a:pPr>
                      <a:r>
                        <a:rPr lang="en-US" sz="1700" b="1" dirty="0">
                          <a:latin typeface="Arial" panose="020B0604020202020204" pitchFamily="34" charset="0"/>
                          <a:cs typeface="Arial" panose="020B0604020202020204" pitchFamily="34" charset="0"/>
                        </a:rPr>
                        <a:t>Full Virtualization</a:t>
                      </a:r>
                    </a:p>
                  </a:txBody>
                  <a:tcPr marL="43249" marR="43249" marT="21624" marB="21624" anchor="ctr"/>
                </a:tc>
                <a:tc>
                  <a:txBody>
                    <a:bodyPr/>
                    <a:lstStyle/>
                    <a:p>
                      <a:pPr algn="ctr">
                        <a:buNone/>
                      </a:pPr>
                      <a:r>
                        <a:rPr lang="en-US" sz="1700" b="1" dirty="0">
                          <a:latin typeface="Arial" panose="020B0604020202020204" pitchFamily="34" charset="0"/>
                          <a:cs typeface="Arial" panose="020B0604020202020204" pitchFamily="34" charset="0"/>
                        </a:rPr>
                        <a:t>Paravirtualization</a:t>
                      </a:r>
                    </a:p>
                  </a:txBody>
                  <a:tcPr marL="43249" marR="43249" marT="21624" marB="21624" anchor="ctr"/>
                </a:tc>
                <a:tc>
                  <a:txBody>
                    <a:bodyPr/>
                    <a:lstStyle/>
                    <a:p>
                      <a:pPr algn="ctr">
                        <a:buNone/>
                      </a:pPr>
                      <a:r>
                        <a:rPr lang="en-US" sz="1700" b="1" dirty="0">
                          <a:latin typeface="Arial" panose="020B0604020202020204" pitchFamily="34" charset="0"/>
                          <a:cs typeface="Arial" panose="020B0604020202020204" pitchFamily="34" charset="0"/>
                        </a:rPr>
                        <a:t>Host-Based Virtualization</a:t>
                      </a:r>
                    </a:p>
                  </a:txBody>
                  <a:tcPr marL="43249" marR="43249" marT="21624" marB="21624" anchor="ctr"/>
                </a:tc>
                <a:extLst>
                  <a:ext uri="{0D108BD9-81ED-4DB2-BD59-A6C34878D82A}">
                    <a16:rowId xmlns:a16="http://schemas.microsoft.com/office/drawing/2014/main" val="4233936901"/>
                  </a:ext>
                </a:extLst>
              </a:tr>
              <a:tr h="907534">
                <a:tc>
                  <a:txBody>
                    <a:bodyPr/>
                    <a:lstStyle/>
                    <a:p>
                      <a:pPr algn="ctr">
                        <a:buNone/>
                      </a:pPr>
                      <a:r>
                        <a:rPr lang="en-US" sz="1700" b="0" dirty="0">
                          <a:latin typeface="Arial" panose="020B0604020202020204" pitchFamily="34" charset="0"/>
                          <a:cs typeface="Arial" panose="020B0604020202020204" pitchFamily="34" charset="0"/>
                        </a:rPr>
                        <a:t>Guest OS Awareness</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Guest OS is unaware of virtualization and runs as if on physical hardware.</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Guest OS is aware of virtualization and modified to interact with the hypervisor.</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Guest OS is unaware; runs on top of a host OS which manages hardware access.</a:t>
                      </a:r>
                    </a:p>
                  </a:txBody>
                  <a:tcPr marL="43249" marR="43249" marT="21624" marB="21624" anchor="ctr"/>
                </a:tc>
                <a:extLst>
                  <a:ext uri="{0D108BD9-81ED-4DB2-BD59-A6C34878D82A}">
                    <a16:rowId xmlns:a16="http://schemas.microsoft.com/office/drawing/2014/main" val="86300626"/>
                  </a:ext>
                </a:extLst>
              </a:tr>
              <a:tr h="907534">
                <a:tc>
                  <a:txBody>
                    <a:bodyPr/>
                    <a:lstStyle/>
                    <a:p>
                      <a:pPr algn="ctr">
                        <a:buNone/>
                      </a:pPr>
                      <a:r>
                        <a:rPr lang="en-US" sz="1700" b="0" dirty="0">
                          <a:latin typeface="Arial" panose="020B0604020202020204" pitchFamily="34" charset="0"/>
                          <a:cs typeface="Arial" panose="020B0604020202020204" pitchFamily="34" charset="0"/>
                        </a:rPr>
                        <a:t>Virtualization Layer</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Hypervisor runs directly on hardware (bare-metal).</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Modified guest OS communicates directly with hypervisor (bare-metal).</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Hypervisor runs on top of a host operating system.</a:t>
                      </a:r>
                    </a:p>
                  </a:txBody>
                  <a:tcPr marL="43249" marR="43249" marT="21624" marB="21624" anchor="ctr"/>
                </a:tc>
                <a:extLst>
                  <a:ext uri="{0D108BD9-81ED-4DB2-BD59-A6C34878D82A}">
                    <a16:rowId xmlns:a16="http://schemas.microsoft.com/office/drawing/2014/main" val="3134691629"/>
                  </a:ext>
                </a:extLst>
              </a:tr>
              <a:tr h="907534">
                <a:tc>
                  <a:txBody>
                    <a:bodyPr/>
                    <a:lstStyle/>
                    <a:p>
                      <a:pPr algn="ctr">
                        <a:buNone/>
                      </a:pPr>
                      <a:r>
                        <a:rPr lang="en-US" sz="1700" b="0" dirty="0">
                          <a:latin typeface="Arial" panose="020B0604020202020204" pitchFamily="34" charset="0"/>
                          <a:cs typeface="Arial" panose="020B0604020202020204" pitchFamily="34" charset="0"/>
                        </a:rPr>
                        <a:t>Hardware Emulation</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Requires complete hardware emulation.</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Avoids full emulation; uses </a:t>
                      </a:r>
                      <a:r>
                        <a:rPr lang="en-US" sz="1700" b="0" dirty="0" err="1">
                          <a:latin typeface="Arial" panose="020B0604020202020204" pitchFamily="34" charset="0"/>
                          <a:cs typeface="Arial" panose="020B0604020202020204" pitchFamily="34" charset="0"/>
                        </a:rPr>
                        <a:t>hypercalls</a:t>
                      </a:r>
                      <a:r>
                        <a:rPr lang="en-US" sz="1700" b="0" dirty="0">
                          <a:latin typeface="Arial" panose="020B0604020202020204" pitchFamily="34" charset="0"/>
                          <a:cs typeface="Arial" panose="020B0604020202020204" pitchFamily="34" charset="0"/>
                        </a:rPr>
                        <a:t> for direct communication.</a:t>
                      </a:r>
                    </a:p>
                  </a:txBody>
                  <a:tcPr marL="43249" marR="43249" marT="21624" marB="21624" anchor="ctr"/>
                </a:tc>
                <a:tc>
                  <a:txBody>
                    <a:bodyPr/>
                    <a:lstStyle/>
                    <a:p>
                      <a:pPr algn="ctr">
                        <a:buNone/>
                      </a:pPr>
                      <a:r>
                        <a:rPr lang="en-US" sz="1700" b="0">
                          <a:latin typeface="Arial" panose="020B0604020202020204" pitchFamily="34" charset="0"/>
                          <a:cs typeface="Arial" panose="020B0604020202020204" pitchFamily="34" charset="0"/>
                        </a:rPr>
                        <a:t>Relies on host OS drivers and emulation for hardware access.</a:t>
                      </a:r>
                    </a:p>
                  </a:txBody>
                  <a:tcPr marL="43249" marR="43249" marT="21624" marB="21624" anchor="ctr"/>
                </a:tc>
                <a:extLst>
                  <a:ext uri="{0D108BD9-81ED-4DB2-BD59-A6C34878D82A}">
                    <a16:rowId xmlns:a16="http://schemas.microsoft.com/office/drawing/2014/main" val="2246715463"/>
                  </a:ext>
                </a:extLst>
              </a:tr>
              <a:tr h="621909">
                <a:tc>
                  <a:txBody>
                    <a:bodyPr/>
                    <a:lstStyle/>
                    <a:p>
                      <a:pPr algn="ctr">
                        <a:buNone/>
                      </a:pPr>
                      <a:r>
                        <a:rPr lang="en-US" sz="1700" b="0" dirty="0">
                          <a:latin typeface="Arial" panose="020B0604020202020204" pitchFamily="34" charset="0"/>
                          <a:cs typeface="Arial" panose="020B0604020202020204" pitchFamily="34" charset="0"/>
                        </a:rPr>
                        <a:t>Performance Overhead</a:t>
                      </a:r>
                    </a:p>
                  </a:txBody>
                  <a:tcPr marL="43249" marR="43249" marT="21624" marB="21624" anchor="ctr"/>
                </a:tc>
                <a:tc>
                  <a:txBody>
                    <a:bodyPr/>
                    <a:lstStyle/>
                    <a:p>
                      <a:pPr algn="ctr">
                        <a:buNone/>
                      </a:pPr>
                      <a:r>
                        <a:rPr lang="en-US" sz="1700" b="0">
                          <a:latin typeface="Arial" panose="020B0604020202020204" pitchFamily="34" charset="0"/>
                          <a:cs typeface="Arial" panose="020B0604020202020204" pitchFamily="34" charset="0"/>
                        </a:rPr>
                        <a:t>Moderate to high, due to hardware emulation.</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Low overhead, as emulation is minimized.</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Highest overhead, because of additional host OS layer.</a:t>
                      </a:r>
                    </a:p>
                  </a:txBody>
                  <a:tcPr marL="43249" marR="43249" marT="21624" marB="21624" anchor="ctr"/>
                </a:tc>
                <a:extLst>
                  <a:ext uri="{0D108BD9-81ED-4DB2-BD59-A6C34878D82A}">
                    <a16:rowId xmlns:a16="http://schemas.microsoft.com/office/drawing/2014/main" val="2395282176"/>
                  </a:ext>
                </a:extLst>
              </a:tr>
              <a:tr h="907534">
                <a:tc>
                  <a:txBody>
                    <a:bodyPr/>
                    <a:lstStyle/>
                    <a:p>
                      <a:pPr algn="ctr">
                        <a:buNone/>
                      </a:pPr>
                      <a:r>
                        <a:rPr lang="en-US" sz="1700" b="0">
                          <a:latin typeface="Arial" panose="020B0604020202020204" pitchFamily="34" charset="0"/>
                          <a:cs typeface="Arial" panose="020B0604020202020204" pitchFamily="34" charset="0"/>
                        </a:rPr>
                        <a:t>I/O Performance</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Slower I/O due to emulation.</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Faster I/O with direct hypervisor calls.</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Slower I/O due to double layer (guest → host OS → hardware).</a:t>
                      </a:r>
                    </a:p>
                  </a:txBody>
                  <a:tcPr marL="43249" marR="43249" marT="21624" marB="21624" anchor="ctr"/>
                </a:tc>
                <a:extLst>
                  <a:ext uri="{0D108BD9-81ED-4DB2-BD59-A6C34878D82A}">
                    <a16:rowId xmlns:a16="http://schemas.microsoft.com/office/drawing/2014/main" val="428407913"/>
                  </a:ext>
                </a:extLst>
              </a:tr>
              <a:tr h="621909">
                <a:tc>
                  <a:txBody>
                    <a:bodyPr/>
                    <a:lstStyle/>
                    <a:p>
                      <a:pPr algn="ctr">
                        <a:buNone/>
                      </a:pPr>
                      <a:r>
                        <a:rPr lang="en-US" sz="1700" b="0">
                          <a:latin typeface="Arial" panose="020B0604020202020204" pitchFamily="34" charset="0"/>
                          <a:cs typeface="Arial" panose="020B0604020202020204" pitchFamily="34" charset="0"/>
                        </a:rPr>
                        <a:t>Latency</a:t>
                      </a:r>
                    </a:p>
                  </a:txBody>
                  <a:tcPr marL="43249" marR="43249" marT="21624" marB="21624" anchor="ctr"/>
                </a:tc>
                <a:tc>
                  <a:txBody>
                    <a:bodyPr/>
                    <a:lstStyle/>
                    <a:p>
                      <a:pPr algn="ctr">
                        <a:buNone/>
                      </a:pPr>
                      <a:r>
                        <a:rPr lang="en-US" sz="1700" b="0">
                          <a:latin typeface="Arial" panose="020B0604020202020204" pitchFamily="34" charset="0"/>
                          <a:cs typeface="Arial" panose="020B0604020202020204" pitchFamily="34" charset="0"/>
                        </a:rPr>
                        <a:t>Higher latency in system calls.</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Low latency through </a:t>
                      </a:r>
                      <a:r>
                        <a:rPr lang="en-US" sz="1700" b="0" dirty="0" err="1">
                          <a:latin typeface="Arial" panose="020B0604020202020204" pitchFamily="34" charset="0"/>
                          <a:cs typeface="Arial" panose="020B0604020202020204" pitchFamily="34" charset="0"/>
                        </a:rPr>
                        <a:t>hypercalls</a:t>
                      </a:r>
                      <a:r>
                        <a:rPr lang="en-US" sz="1700" b="0" dirty="0">
                          <a:latin typeface="Arial" panose="020B0604020202020204" pitchFamily="34" charset="0"/>
                          <a:cs typeface="Arial" panose="020B0604020202020204" pitchFamily="34" charset="0"/>
                        </a:rPr>
                        <a:t>.</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Highest latency due to extra software layer.</a:t>
                      </a:r>
                    </a:p>
                  </a:txBody>
                  <a:tcPr marL="43249" marR="43249" marT="21624" marB="21624" anchor="ctr"/>
                </a:tc>
                <a:extLst>
                  <a:ext uri="{0D108BD9-81ED-4DB2-BD59-A6C34878D82A}">
                    <a16:rowId xmlns:a16="http://schemas.microsoft.com/office/drawing/2014/main" val="181737434"/>
                  </a:ext>
                </a:extLst>
              </a:tr>
            </a:tbl>
          </a:graphicData>
        </a:graphic>
      </p:graphicFrame>
    </p:spTree>
    <p:custDataLst>
      <p:tags r:id="rId1"/>
    </p:custDataLst>
    <p:extLst>
      <p:ext uri="{BB962C8B-B14F-4D97-AF65-F5344CB8AC3E}">
        <p14:creationId xmlns:p14="http://schemas.microsoft.com/office/powerpoint/2010/main" val="734020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29E3-D461-E921-1553-11AA9C7B81A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1EEE130-359E-B08D-701F-5B6DA2D7EAF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Performance Comparison</a:t>
            </a:r>
          </a:p>
        </p:txBody>
      </p:sp>
      <p:sp>
        <p:nvSpPr>
          <p:cNvPr id="3" name="Slide Number Placeholder 2">
            <a:extLst>
              <a:ext uri="{FF2B5EF4-FFF2-40B4-BE49-F238E27FC236}">
                <a16:creationId xmlns:a16="http://schemas.microsoft.com/office/drawing/2014/main" id="{73CBF63B-79EB-8820-4356-95570B85D22E}"/>
              </a:ext>
            </a:extLst>
          </p:cNvPr>
          <p:cNvSpPr>
            <a:spLocks noGrp="1"/>
          </p:cNvSpPr>
          <p:nvPr>
            <p:ph type="sldNum" sz="quarter" idx="12"/>
          </p:nvPr>
        </p:nvSpPr>
        <p:spPr/>
        <p:txBody>
          <a:bodyPr/>
          <a:lstStyle/>
          <a:p>
            <a:fld id="{3485D9CA-6DAA-4C3C-A3E2-EDEA918D5F89}" type="slidenum">
              <a:rPr lang="en-US" smtClean="0">
                <a:latin typeface="Calibri"/>
              </a:rPr>
              <a:pPr/>
              <a:t>37</a:t>
            </a:fld>
            <a:endParaRPr lang="en-US">
              <a:latin typeface="Calibri"/>
            </a:endParaRPr>
          </a:p>
        </p:txBody>
      </p:sp>
      <p:graphicFrame>
        <p:nvGraphicFramePr>
          <p:cNvPr id="4" name="Table 3">
            <a:extLst>
              <a:ext uri="{FF2B5EF4-FFF2-40B4-BE49-F238E27FC236}">
                <a16:creationId xmlns:a16="http://schemas.microsoft.com/office/drawing/2014/main" id="{F712598D-9B7B-9591-1035-56F1665ACD9F}"/>
              </a:ext>
            </a:extLst>
          </p:cNvPr>
          <p:cNvGraphicFramePr>
            <a:graphicFrameLocks noGrp="1"/>
          </p:cNvGraphicFramePr>
          <p:nvPr>
            <p:extLst>
              <p:ext uri="{D42A27DB-BD31-4B8C-83A1-F6EECF244321}">
                <p14:modId xmlns:p14="http://schemas.microsoft.com/office/powerpoint/2010/main" val="2848914580"/>
              </p:ext>
            </p:extLst>
          </p:nvPr>
        </p:nvGraphicFramePr>
        <p:xfrm>
          <a:off x="764620" y="1409292"/>
          <a:ext cx="10192139" cy="4031950"/>
        </p:xfrm>
        <a:graphic>
          <a:graphicData uri="http://schemas.openxmlformats.org/drawingml/2006/table">
            <a:tbl>
              <a:tblPr>
                <a:tableStyleId>{3C2FFA5D-87B4-456A-9821-1D502468CF0F}</a:tableStyleId>
              </a:tblPr>
              <a:tblGrid>
                <a:gridCol w="1718936">
                  <a:extLst>
                    <a:ext uri="{9D8B030D-6E8A-4147-A177-3AD203B41FA5}">
                      <a16:colId xmlns:a16="http://schemas.microsoft.com/office/drawing/2014/main" val="374604924"/>
                    </a:ext>
                  </a:extLst>
                </a:gridCol>
                <a:gridCol w="2824401">
                  <a:extLst>
                    <a:ext uri="{9D8B030D-6E8A-4147-A177-3AD203B41FA5}">
                      <a16:colId xmlns:a16="http://schemas.microsoft.com/office/drawing/2014/main" val="1407488257"/>
                    </a:ext>
                  </a:extLst>
                </a:gridCol>
                <a:gridCol w="2824401">
                  <a:extLst>
                    <a:ext uri="{9D8B030D-6E8A-4147-A177-3AD203B41FA5}">
                      <a16:colId xmlns:a16="http://schemas.microsoft.com/office/drawing/2014/main" val="3354891507"/>
                    </a:ext>
                  </a:extLst>
                </a:gridCol>
                <a:gridCol w="2824401">
                  <a:extLst>
                    <a:ext uri="{9D8B030D-6E8A-4147-A177-3AD203B41FA5}">
                      <a16:colId xmlns:a16="http://schemas.microsoft.com/office/drawing/2014/main" val="1172790111"/>
                    </a:ext>
                  </a:extLst>
                </a:gridCol>
              </a:tblGrid>
              <a:tr h="392515">
                <a:tc>
                  <a:txBody>
                    <a:bodyPr/>
                    <a:lstStyle/>
                    <a:p>
                      <a:pPr algn="ctr">
                        <a:buNone/>
                      </a:pPr>
                      <a:r>
                        <a:rPr lang="en-US" sz="1700" b="1" dirty="0">
                          <a:latin typeface="Arial" panose="020B0604020202020204" pitchFamily="34" charset="0"/>
                          <a:cs typeface="Arial" panose="020B0604020202020204" pitchFamily="34" charset="0"/>
                        </a:rPr>
                        <a:t>Aspect</a:t>
                      </a:r>
                    </a:p>
                  </a:txBody>
                  <a:tcPr marL="43249" marR="43249" marT="21624" marB="21624" anchor="ctr"/>
                </a:tc>
                <a:tc>
                  <a:txBody>
                    <a:bodyPr/>
                    <a:lstStyle/>
                    <a:p>
                      <a:pPr algn="ctr">
                        <a:buNone/>
                      </a:pPr>
                      <a:r>
                        <a:rPr lang="en-US" sz="1700" b="1" dirty="0">
                          <a:latin typeface="Arial" panose="020B0604020202020204" pitchFamily="34" charset="0"/>
                          <a:cs typeface="Arial" panose="020B0604020202020204" pitchFamily="34" charset="0"/>
                        </a:rPr>
                        <a:t>Full Virtualization</a:t>
                      </a:r>
                    </a:p>
                  </a:txBody>
                  <a:tcPr marL="43249" marR="43249" marT="21624" marB="21624" anchor="ctr"/>
                </a:tc>
                <a:tc>
                  <a:txBody>
                    <a:bodyPr/>
                    <a:lstStyle/>
                    <a:p>
                      <a:pPr algn="ctr">
                        <a:buNone/>
                      </a:pPr>
                      <a:r>
                        <a:rPr lang="en-US" sz="1700" b="1" dirty="0">
                          <a:latin typeface="Arial" panose="020B0604020202020204" pitchFamily="34" charset="0"/>
                          <a:cs typeface="Arial" panose="020B0604020202020204" pitchFamily="34" charset="0"/>
                        </a:rPr>
                        <a:t>Paravirtualization</a:t>
                      </a:r>
                    </a:p>
                  </a:txBody>
                  <a:tcPr marL="43249" marR="43249" marT="21624" marB="21624" anchor="ctr"/>
                </a:tc>
                <a:tc>
                  <a:txBody>
                    <a:bodyPr/>
                    <a:lstStyle/>
                    <a:p>
                      <a:pPr algn="ctr">
                        <a:buNone/>
                      </a:pPr>
                      <a:r>
                        <a:rPr lang="en-US" sz="1700" b="1" dirty="0">
                          <a:latin typeface="Arial" panose="020B0604020202020204" pitchFamily="34" charset="0"/>
                          <a:cs typeface="Arial" panose="020B0604020202020204" pitchFamily="34" charset="0"/>
                        </a:rPr>
                        <a:t>Host-Based Virtualization</a:t>
                      </a:r>
                    </a:p>
                  </a:txBody>
                  <a:tcPr marL="43249" marR="43249" marT="21624" marB="21624" anchor="ctr"/>
                </a:tc>
                <a:extLst>
                  <a:ext uri="{0D108BD9-81ED-4DB2-BD59-A6C34878D82A}">
                    <a16:rowId xmlns:a16="http://schemas.microsoft.com/office/drawing/2014/main" val="4233936901"/>
                  </a:ext>
                </a:extLst>
              </a:tr>
              <a:tr h="727887">
                <a:tc>
                  <a:txBody>
                    <a:bodyPr/>
                    <a:lstStyle/>
                    <a:p>
                      <a:pPr algn="ctr">
                        <a:buNone/>
                      </a:pPr>
                      <a:r>
                        <a:rPr lang="en-US" sz="1700" b="0" dirty="0">
                          <a:latin typeface="Arial" panose="020B0604020202020204" pitchFamily="34" charset="0"/>
                          <a:cs typeface="Arial" panose="020B0604020202020204" pitchFamily="34" charset="0"/>
                        </a:rPr>
                        <a:t>Guest OS Modification</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Not required.</a:t>
                      </a:r>
                    </a:p>
                  </a:txBody>
                  <a:tcPr marL="43249" marR="43249" marT="21624" marB="21624" anchor="ctr"/>
                </a:tc>
                <a:tc>
                  <a:txBody>
                    <a:bodyPr/>
                    <a:lstStyle/>
                    <a:p>
                      <a:pPr algn="ctr">
                        <a:buNone/>
                      </a:pPr>
                      <a:r>
                        <a:rPr lang="en-US" sz="1700" b="0">
                          <a:latin typeface="Arial" panose="020B0604020202020204" pitchFamily="34" charset="0"/>
                          <a:cs typeface="Arial" panose="020B0604020202020204" pitchFamily="34" charset="0"/>
                        </a:rPr>
                        <a:t>Required (guest OS must support hypercalls).</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Not required.</a:t>
                      </a:r>
                    </a:p>
                  </a:txBody>
                  <a:tcPr marL="43249" marR="43249" marT="21624" marB="21624" anchor="ctr"/>
                </a:tc>
                <a:extLst>
                  <a:ext uri="{0D108BD9-81ED-4DB2-BD59-A6C34878D82A}">
                    <a16:rowId xmlns:a16="http://schemas.microsoft.com/office/drawing/2014/main" val="2188750489"/>
                  </a:ext>
                </a:extLst>
              </a:tr>
              <a:tr h="727887">
                <a:tc>
                  <a:txBody>
                    <a:bodyPr/>
                    <a:lstStyle/>
                    <a:p>
                      <a:pPr algn="ctr">
                        <a:buNone/>
                      </a:pPr>
                      <a:r>
                        <a:rPr lang="en-US" sz="1700" b="0" dirty="0">
                          <a:latin typeface="Arial" panose="020B0604020202020204" pitchFamily="34" charset="0"/>
                          <a:cs typeface="Arial" panose="020B0604020202020204" pitchFamily="34" charset="0"/>
                        </a:rPr>
                        <a:t>Compatibility</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Supports unmodified OSs (e.g., Windows, Linux).</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Supports modified OSs only.</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Supports any OS supported by the host OS.</a:t>
                      </a:r>
                    </a:p>
                  </a:txBody>
                  <a:tcPr marL="43249" marR="43249" marT="21624" marB="21624" anchor="ctr"/>
                </a:tc>
                <a:extLst>
                  <a:ext uri="{0D108BD9-81ED-4DB2-BD59-A6C34878D82A}">
                    <a16:rowId xmlns:a16="http://schemas.microsoft.com/office/drawing/2014/main" val="2908300334"/>
                  </a:ext>
                </a:extLst>
              </a:tr>
              <a:tr h="727887">
                <a:tc>
                  <a:txBody>
                    <a:bodyPr/>
                    <a:lstStyle/>
                    <a:p>
                      <a:pPr algn="ctr">
                        <a:buNone/>
                      </a:pPr>
                      <a:r>
                        <a:rPr lang="en-US" sz="1700" b="0" dirty="0">
                          <a:latin typeface="Arial" panose="020B0604020202020204" pitchFamily="34" charset="0"/>
                          <a:cs typeface="Arial" panose="020B0604020202020204" pitchFamily="34" charset="0"/>
                        </a:rPr>
                        <a:t>Efficiency</a:t>
                      </a:r>
                    </a:p>
                  </a:txBody>
                  <a:tcPr marL="43249" marR="43249" marT="21624" marB="21624" anchor="ctr"/>
                </a:tc>
                <a:tc>
                  <a:txBody>
                    <a:bodyPr/>
                    <a:lstStyle/>
                    <a:p>
                      <a:pPr algn="ctr">
                        <a:buNone/>
                      </a:pPr>
                      <a:r>
                        <a:rPr lang="en-US" sz="1700" b="0">
                          <a:latin typeface="Arial" panose="020B0604020202020204" pitchFamily="34" charset="0"/>
                          <a:cs typeface="Arial" panose="020B0604020202020204" pitchFamily="34" charset="0"/>
                        </a:rPr>
                        <a:t>High efficiency, but less than paravirtualization.</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Most efficient due to reduced emulation.</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Least efficient because of host OS overhead.</a:t>
                      </a:r>
                    </a:p>
                  </a:txBody>
                  <a:tcPr marL="43249" marR="43249" marT="21624" marB="21624" anchor="ctr"/>
                </a:tc>
                <a:extLst>
                  <a:ext uri="{0D108BD9-81ED-4DB2-BD59-A6C34878D82A}">
                    <a16:rowId xmlns:a16="http://schemas.microsoft.com/office/drawing/2014/main" val="2908030017"/>
                  </a:ext>
                </a:extLst>
              </a:tr>
              <a:tr h="727887">
                <a:tc>
                  <a:txBody>
                    <a:bodyPr/>
                    <a:lstStyle/>
                    <a:p>
                      <a:pPr algn="ctr">
                        <a:buNone/>
                      </a:pPr>
                      <a:r>
                        <a:rPr lang="en-US" sz="1700" b="0" dirty="0">
                          <a:latin typeface="Arial" panose="020B0604020202020204" pitchFamily="34" charset="0"/>
                          <a:cs typeface="Arial" panose="020B0604020202020204" pitchFamily="34" charset="0"/>
                        </a:rPr>
                        <a:t>Security</a:t>
                      </a:r>
                    </a:p>
                  </a:txBody>
                  <a:tcPr marL="43249" marR="43249" marT="21624" marB="21624" anchor="ctr"/>
                </a:tc>
                <a:tc>
                  <a:txBody>
                    <a:bodyPr/>
                    <a:lstStyle/>
                    <a:p>
                      <a:pPr algn="ctr">
                        <a:buNone/>
                      </a:pPr>
                      <a:r>
                        <a:rPr lang="en-US" sz="1700" b="0">
                          <a:latin typeface="Arial" panose="020B0604020202020204" pitchFamily="34" charset="0"/>
                          <a:cs typeface="Arial" panose="020B0604020202020204" pitchFamily="34" charset="0"/>
                        </a:rPr>
                        <a:t>More secure (direct hardware access).</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Secure, with reduced complexity.</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Less secure, as it depends on host OS stability.</a:t>
                      </a:r>
                    </a:p>
                  </a:txBody>
                  <a:tcPr marL="43249" marR="43249" marT="21624" marB="21624" anchor="ctr"/>
                </a:tc>
                <a:extLst>
                  <a:ext uri="{0D108BD9-81ED-4DB2-BD59-A6C34878D82A}">
                    <a16:rowId xmlns:a16="http://schemas.microsoft.com/office/drawing/2014/main" val="471328543"/>
                  </a:ext>
                </a:extLst>
              </a:tr>
              <a:tr h="727887">
                <a:tc>
                  <a:txBody>
                    <a:bodyPr/>
                    <a:lstStyle/>
                    <a:p>
                      <a:pPr algn="ctr">
                        <a:buNone/>
                      </a:pPr>
                      <a:r>
                        <a:rPr lang="en-US" sz="1700" b="0" dirty="0">
                          <a:latin typeface="Arial" panose="020B0604020202020204" pitchFamily="34" charset="0"/>
                          <a:cs typeface="Arial" panose="020B0604020202020204" pitchFamily="34" charset="0"/>
                        </a:rPr>
                        <a:t>Example Hypervisors</a:t>
                      </a:r>
                    </a:p>
                  </a:txBody>
                  <a:tcPr marL="43249" marR="43249" marT="21624" marB="21624" anchor="ctr"/>
                </a:tc>
                <a:tc>
                  <a:txBody>
                    <a:bodyPr/>
                    <a:lstStyle/>
                    <a:p>
                      <a:pPr algn="ctr">
                        <a:buNone/>
                      </a:pPr>
                      <a:r>
                        <a:rPr lang="en-US" sz="1700" b="0">
                          <a:latin typeface="Arial" panose="020B0604020202020204" pitchFamily="34" charset="0"/>
                          <a:cs typeface="Arial" panose="020B0604020202020204" pitchFamily="34" charset="0"/>
                        </a:rPr>
                        <a:t>VMware ESXi, Microsoft Hyper-V</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Xen (modified Linux kernel)</a:t>
                      </a:r>
                    </a:p>
                  </a:txBody>
                  <a:tcPr marL="43249" marR="43249" marT="21624" marB="21624" anchor="ctr"/>
                </a:tc>
                <a:tc>
                  <a:txBody>
                    <a:bodyPr/>
                    <a:lstStyle/>
                    <a:p>
                      <a:pPr algn="ctr">
                        <a:buNone/>
                      </a:pPr>
                      <a:r>
                        <a:rPr lang="en-US" sz="1700" b="0" dirty="0">
                          <a:latin typeface="Arial" panose="020B0604020202020204" pitchFamily="34" charset="0"/>
                          <a:cs typeface="Arial" panose="020B0604020202020204" pitchFamily="34" charset="0"/>
                        </a:rPr>
                        <a:t>Oracle VirtualBox, VMware Workstation</a:t>
                      </a:r>
                    </a:p>
                  </a:txBody>
                  <a:tcPr marL="43249" marR="43249" marT="21624" marB="21624" anchor="ctr"/>
                </a:tc>
                <a:extLst>
                  <a:ext uri="{0D108BD9-81ED-4DB2-BD59-A6C34878D82A}">
                    <a16:rowId xmlns:a16="http://schemas.microsoft.com/office/drawing/2014/main" val="1540179009"/>
                  </a:ext>
                </a:extLst>
              </a:tr>
            </a:tbl>
          </a:graphicData>
        </a:graphic>
      </p:graphicFrame>
    </p:spTree>
    <p:custDataLst>
      <p:tags r:id="rId1"/>
    </p:custDataLst>
    <p:extLst>
      <p:ext uri="{BB962C8B-B14F-4D97-AF65-F5344CB8AC3E}">
        <p14:creationId xmlns:p14="http://schemas.microsoft.com/office/powerpoint/2010/main" val="3061991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E08ED-0F95-965B-403C-CC2F4B272E8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5DC32CC-CE00-5CB2-9E69-8CB8FE17CA2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Virtualization – Key Solutions / Use Cases</a:t>
            </a:r>
          </a:p>
        </p:txBody>
      </p:sp>
      <p:sp>
        <p:nvSpPr>
          <p:cNvPr id="3" name="Slide Number Placeholder 2">
            <a:extLst>
              <a:ext uri="{FF2B5EF4-FFF2-40B4-BE49-F238E27FC236}">
                <a16:creationId xmlns:a16="http://schemas.microsoft.com/office/drawing/2014/main" id="{B24FC5BD-7463-2F3F-0100-512CC556FAAC}"/>
              </a:ext>
            </a:extLst>
          </p:cNvPr>
          <p:cNvSpPr>
            <a:spLocks noGrp="1"/>
          </p:cNvSpPr>
          <p:nvPr>
            <p:ph type="sldNum" sz="quarter" idx="12"/>
          </p:nvPr>
        </p:nvSpPr>
        <p:spPr/>
        <p:txBody>
          <a:bodyPr/>
          <a:lstStyle/>
          <a:p>
            <a:fld id="{3485D9CA-6DAA-4C3C-A3E2-EDEA918D5F89}" type="slidenum">
              <a:rPr lang="en-US">
                <a:latin typeface="Calibri"/>
              </a:rPr>
              <a:pPr/>
              <a:t>38</a:t>
            </a:fld>
            <a:endParaRPr lang="en-US">
              <a:latin typeface="Calibri"/>
            </a:endParaRPr>
          </a:p>
        </p:txBody>
      </p:sp>
      <p:sp>
        <p:nvSpPr>
          <p:cNvPr id="12" name="Rectangle 3">
            <a:extLst>
              <a:ext uri="{FF2B5EF4-FFF2-40B4-BE49-F238E27FC236}">
                <a16:creationId xmlns:a16="http://schemas.microsoft.com/office/drawing/2014/main" id="{4B4ABC0C-364F-3ADA-EBA2-C75F9B8349DC}"/>
              </a:ext>
            </a:extLst>
          </p:cNvPr>
          <p:cNvSpPr txBox="1">
            <a:spLocks noChangeArrowheads="1"/>
          </p:cNvSpPr>
          <p:nvPr/>
        </p:nvSpPr>
        <p:spPr>
          <a:xfrm>
            <a:off x="632151" y="1453241"/>
            <a:ext cx="1043095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Server Consolidation and Containment</a:t>
            </a:r>
            <a:r>
              <a:rPr lang="en-US" dirty="0">
                <a:latin typeface="Arial" panose="020B0604020202020204" pitchFamily="34" charset="0"/>
                <a:cs typeface="Arial" panose="020B0604020202020204" pitchFamily="34" charset="0"/>
              </a:rPr>
              <a:t> – Eliminate server sprawl by deploying systems into virtual machines.</a:t>
            </a:r>
          </a:p>
          <a:p>
            <a:pPr algn="just"/>
            <a:r>
              <a:rPr lang="en-US" b="1" dirty="0">
                <a:solidFill>
                  <a:srgbClr val="FF0000"/>
                </a:solidFill>
                <a:latin typeface="Arial" panose="020B0604020202020204" pitchFamily="34" charset="0"/>
                <a:cs typeface="Arial" panose="020B0604020202020204" pitchFamily="34" charset="0"/>
              </a:rPr>
              <a:t>Infrastructure Provisioning </a:t>
            </a:r>
            <a:r>
              <a:rPr lang="en-US" dirty="0">
                <a:latin typeface="Arial" panose="020B0604020202020204" pitchFamily="34" charset="0"/>
                <a:cs typeface="Arial" panose="020B0604020202020204" pitchFamily="34" charset="0"/>
              </a:rPr>
              <a:t>– Reduce the time for provisioning new infrastructure to minutes with sophisticated automation capabilities. </a:t>
            </a:r>
          </a:p>
          <a:p>
            <a:pPr algn="just"/>
            <a:r>
              <a:rPr lang="en-US" b="1" dirty="0">
                <a:solidFill>
                  <a:srgbClr val="FF0000"/>
                </a:solidFill>
                <a:latin typeface="Arial" panose="020B0604020202020204" pitchFamily="34" charset="0"/>
                <a:cs typeface="Arial" panose="020B0604020202020204" pitchFamily="34" charset="0"/>
              </a:rPr>
              <a:t>Business Continuity</a:t>
            </a:r>
            <a:r>
              <a:rPr lang="en-US" dirty="0">
                <a:latin typeface="Arial" panose="020B0604020202020204" pitchFamily="34" charset="0"/>
                <a:cs typeface="Arial" panose="020B0604020202020204" pitchFamily="34" charset="0"/>
              </a:rPr>
              <a:t> – Reduce the cost and complexity of business continuity by encapsulating entire systems files that can be replicated and restored onto any target server.</a:t>
            </a:r>
          </a:p>
          <a:p>
            <a:pPr algn="just"/>
            <a:r>
              <a:rPr lang="en-US" b="1" dirty="0">
                <a:solidFill>
                  <a:srgbClr val="FF0000"/>
                </a:solidFill>
                <a:latin typeface="Arial" panose="020B0604020202020204" pitchFamily="34" charset="0"/>
                <a:cs typeface="Arial" panose="020B0604020202020204" pitchFamily="34" charset="0"/>
              </a:rPr>
              <a:t>Test and Development</a:t>
            </a:r>
            <a:r>
              <a:rPr lang="en-US" dirty="0">
                <a:latin typeface="Arial" panose="020B0604020202020204" pitchFamily="34" charset="0"/>
                <a:cs typeface="Arial" panose="020B0604020202020204" pitchFamily="34" charset="0"/>
              </a:rPr>
              <a:t> – Rapidly provision and re-provision test and development servers; store libraries of pre-configured test machines.</a:t>
            </a:r>
          </a:p>
          <a:p>
            <a:pPr algn="just"/>
            <a:r>
              <a:rPr lang="en-US" b="1" dirty="0">
                <a:solidFill>
                  <a:srgbClr val="FF0000"/>
                </a:solidFill>
                <a:latin typeface="Arial" panose="020B0604020202020204" pitchFamily="34" charset="0"/>
                <a:cs typeface="Arial" panose="020B0604020202020204" pitchFamily="34" charset="0"/>
              </a:rPr>
              <a:t>Enterprise Desktop</a:t>
            </a:r>
            <a:r>
              <a:rPr lang="en-US" dirty="0">
                <a:latin typeface="Arial" panose="020B0604020202020204" pitchFamily="34" charset="0"/>
                <a:cs typeface="Arial" panose="020B0604020202020204" pitchFamily="34" charset="0"/>
              </a:rPr>
              <a:t> – Secure unmanaged PCs.  Alternatively, provide standardized enterprise desktop environments hosted on servers.</a:t>
            </a:r>
          </a:p>
          <a:p>
            <a:pPr algn="just"/>
            <a:r>
              <a:rPr lang="en-US" b="1" dirty="0">
                <a:solidFill>
                  <a:srgbClr val="FF0000"/>
                </a:solidFill>
                <a:latin typeface="Arial" panose="020B0604020202020204" pitchFamily="34" charset="0"/>
                <a:cs typeface="Arial" panose="020B0604020202020204" pitchFamily="34" charset="0"/>
              </a:rPr>
              <a:t>Legacy Application Re-hosting</a:t>
            </a:r>
            <a:r>
              <a:rPr lang="en-US" dirty="0">
                <a:latin typeface="Arial" panose="020B0604020202020204" pitchFamily="34" charset="0"/>
                <a:cs typeface="Arial" panose="020B0604020202020204" pitchFamily="34" charset="0"/>
              </a:rPr>
              <a:t> – Migrate legacy operating systems and software applications to virtual machines running on new hardware for better reliability.</a:t>
            </a:r>
          </a:p>
        </p:txBody>
      </p:sp>
    </p:spTree>
    <p:custDataLst>
      <p:tags r:id="rId1"/>
    </p:custDataLst>
    <p:extLst>
      <p:ext uri="{BB962C8B-B14F-4D97-AF65-F5344CB8AC3E}">
        <p14:creationId xmlns:p14="http://schemas.microsoft.com/office/powerpoint/2010/main" val="745335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F7C3D-5375-4E49-9C40-BEA118FF79C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BA6D5CA-332B-7BDA-838E-63C8F29163B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Top 3 Economic Reasons For Virtualization</a:t>
            </a:r>
          </a:p>
        </p:txBody>
      </p:sp>
      <p:sp>
        <p:nvSpPr>
          <p:cNvPr id="3" name="Slide Number Placeholder 2">
            <a:extLst>
              <a:ext uri="{FF2B5EF4-FFF2-40B4-BE49-F238E27FC236}">
                <a16:creationId xmlns:a16="http://schemas.microsoft.com/office/drawing/2014/main" id="{5DFC72F7-61E1-ED05-8328-FF817A6896AC}"/>
              </a:ext>
            </a:extLst>
          </p:cNvPr>
          <p:cNvSpPr>
            <a:spLocks noGrp="1"/>
          </p:cNvSpPr>
          <p:nvPr>
            <p:ph type="sldNum" sz="quarter" idx="12"/>
          </p:nvPr>
        </p:nvSpPr>
        <p:spPr/>
        <p:txBody>
          <a:bodyPr/>
          <a:lstStyle/>
          <a:p>
            <a:fld id="{3485D9CA-6DAA-4C3C-A3E2-EDEA918D5F89}" type="slidenum">
              <a:rPr lang="en-US">
                <a:latin typeface="Calibri"/>
              </a:rPr>
              <a:pPr/>
              <a:t>39</a:t>
            </a:fld>
            <a:endParaRPr lang="en-US">
              <a:latin typeface="Calibri"/>
            </a:endParaRPr>
          </a:p>
        </p:txBody>
      </p:sp>
      <p:grpSp>
        <p:nvGrpSpPr>
          <p:cNvPr id="13316" name="Group 46">
            <a:extLst>
              <a:ext uri="{FF2B5EF4-FFF2-40B4-BE49-F238E27FC236}">
                <a16:creationId xmlns:a16="http://schemas.microsoft.com/office/drawing/2014/main" id="{79037B9B-5EB1-2168-429C-D47ACC9D0DA2}"/>
              </a:ext>
            </a:extLst>
          </p:cNvPr>
          <p:cNvGrpSpPr>
            <a:grpSpLocks/>
          </p:cNvGrpSpPr>
          <p:nvPr/>
        </p:nvGrpSpPr>
        <p:grpSpPr bwMode="auto">
          <a:xfrm>
            <a:off x="3133727" y="4495626"/>
            <a:ext cx="5175250" cy="1058862"/>
            <a:chOff x="2032308" y="4675161"/>
            <a:chExt cx="5174403" cy="1058863"/>
          </a:xfrm>
        </p:grpSpPr>
        <p:grpSp>
          <p:nvGrpSpPr>
            <p:cNvPr id="13338" name="Group 29">
              <a:extLst>
                <a:ext uri="{FF2B5EF4-FFF2-40B4-BE49-F238E27FC236}">
                  <a16:creationId xmlns:a16="http://schemas.microsoft.com/office/drawing/2014/main" id="{CCEAB88A-8841-BA33-228F-590545769FA0}"/>
                </a:ext>
              </a:extLst>
            </p:cNvPr>
            <p:cNvGrpSpPr>
              <a:grpSpLocks/>
            </p:cNvGrpSpPr>
            <p:nvPr/>
          </p:nvGrpSpPr>
          <p:grpSpPr bwMode="auto">
            <a:xfrm>
              <a:off x="2032308" y="4675161"/>
              <a:ext cx="5174403" cy="1058863"/>
              <a:chOff x="749" y="2611"/>
              <a:chExt cx="883" cy="436"/>
            </a:xfrm>
          </p:grpSpPr>
          <p:sp>
            <p:nvSpPr>
              <p:cNvPr id="19" name="AutoShape 13">
                <a:extLst>
                  <a:ext uri="{FF2B5EF4-FFF2-40B4-BE49-F238E27FC236}">
                    <a16:creationId xmlns:a16="http://schemas.microsoft.com/office/drawing/2014/main" id="{F998F176-9A2D-081D-B602-C04ABCD301E2}"/>
                  </a:ext>
                </a:extLst>
              </p:cNvPr>
              <p:cNvSpPr>
                <a:spLocks noChangeArrowheads="1"/>
              </p:cNvSpPr>
              <p:nvPr/>
            </p:nvSpPr>
            <p:spPr bwMode="gray">
              <a:xfrm>
                <a:off x="766" y="2901"/>
                <a:ext cx="845" cy="146"/>
              </a:xfrm>
              <a:prstGeom prst="roundRect">
                <a:avLst>
                  <a:gd name="adj" fmla="val 50000"/>
                </a:avLst>
              </a:prstGeom>
              <a:gradFill rotWithShape="1">
                <a:gsLst>
                  <a:gs pos="0">
                    <a:schemeClr val="tx1"/>
                  </a:gs>
                  <a:gs pos="100000">
                    <a:schemeClr val="tx1">
                      <a:gamma/>
                      <a:shade val="0"/>
                      <a:invGamma/>
                      <a:alpha val="0"/>
                    </a:schemeClr>
                  </a:gs>
                </a:gsLst>
                <a:path path="shape">
                  <a:fillToRect l="50000" t="50000" r="50000" b="50000"/>
                </a:path>
              </a:gradFill>
              <a:ln w="9525">
                <a:noFill/>
                <a:round/>
                <a:headEnd/>
                <a:tailEnd/>
              </a:ln>
              <a:effectLst/>
            </p:spPr>
            <p:txBody>
              <a:bodyPr wrap="none" anchor="ctr"/>
              <a:lstStyle/>
              <a:p>
                <a:pPr algn="r">
                  <a:lnSpc>
                    <a:spcPct val="90000"/>
                  </a:lnSpc>
                  <a:spcBef>
                    <a:spcPct val="0"/>
                  </a:spcBef>
                  <a:spcAft>
                    <a:spcPct val="10000"/>
                  </a:spcAft>
                  <a:buFontTx/>
                  <a:buNone/>
                  <a:defRPr/>
                </a:pPr>
                <a:endParaRPr lang="en-US" b="1" dirty="0">
                  <a:solidFill>
                    <a:schemeClr val="bg1"/>
                  </a:solidFill>
                  <a:latin typeface="Arial" charset="0"/>
                  <a:ea typeface="Arial Unicode MS" pitchFamily="34" charset="-128"/>
                  <a:cs typeface="Arial" charset="0"/>
                </a:endParaRPr>
              </a:p>
            </p:txBody>
          </p:sp>
          <p:grpSp>
            <p:nvGrpSpPr>
              <p:cNvPr id="13344" name="Group 14">
                <a:extLst>
                  <a:ext uri="{FF2B5EF4-FFF2-40B4-BE49-F238E27FC236}">
                    <a16:creationId xmlns:a16="http://schemas.microsoft.com/office/drawing/2014/main" id="{D022EBCA-BB67-3454-8C69-AA58C25C7579}"/>
                  </a:ext>
                </a:extLst>
              </p:cNvPr>
              <p:cNvGrpSpPr>
                <a:grpSpLocks/>
              </p:cNvGrpSpPr>
              <p:nvPr/>
            </p:nvGrpSpPr>
            <p:grpSpPr bwMode="auto">
              <a:xfrm>
                <a:off x="749" y="2611"/>
                <a:ext cx="883" cy="389"/>
                <a:chOff x="246" y="1131"/>
                <a:chExt cx="920" cy="389"/>
              </a:xfrm>
            </p:grpSpPr>
            <p:sp>
              <p:nvSpPr>
                <p:cNvPr id="13345" name="AutoShape 25">
                  <a:extLst>
                    <a:ext uri="{FF2B5EF4-FFF2-40B4-BE49-F238E27FC236}">
                      <a16:creationId xmlns:a16="http://schemas.microsoft.com/office/drawing/2014/main" id="{E70FAD5B-4BC9-E93D-A09F-710FFC6B4604}"/>
                    </a:ext>
                  </a:extLst>
                </p:cNvPr>
                <p:cNvSpPr>
                  <a:spLocks noChangeArrowheads="1"/>
                </p:cNvSpPr>
                <p:nvPr/>
              </p:nvSpPr>
              <p:spPr bwMode="gray">
                <a:xfrm>
                  <a:off x="246" y="1131"/>
                  <a:ext cx="920" cy="389"/>
                </a:xfrm>
                <a:prstGeom prst="roundRect">
                  <a:avLst>
                    <a:gd name="adj" fmla="val 18611"/>
                  </a:avLst>
                </a:prstGeom>
                <a:gradFill rotWithShape="1">
                  <a:gsLst>
                    <a:gs pos="0">
                      <a:srgbClr val="3B4D61"/>
                    </a:gs>
                    <a:gs pos="100000">
                      <a:srgbClr val="7498BF"/>
                    </a:gs>
                  </a:gsLst>
                  <a:lin ang="5400000" scaled="1"/>
                </a:gradFill>
                <a:ln>
                  <a:noFill/>
                </a:ln>
                <a:extLst>
                  <a:ext uri="{91240B29-F687-4F45-9708-019B960494DF}">
                    <a14:hiddenLine xmlns:a14="http://schemas.microsoft.com/office/drawing/2010/main" w="10160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a:cs typeface="Arial" panose="020B0604020202020204" pitchFamily="34" charset="0"/>
                  </a:endParaRPr>
                </a:p>
              </p:txBody>
            </p:sp>
            <p:sp>
              <p:nvSpPr>
                <p:cNvPr id="13346" name="AutoShape 41">
                  <a:extLst>
                    <a:ext uri="{FF2B5EF4-FFF2-40B4-BE49-F238E27FC236}">
                      <a16:creationId xmlns:a16="http://schemas.microsoft.com/office/drawing/2014/main" id="{6876ED7C-B0A2-E08D-83AF-A0FB3A410AAF}"/>
                    </a:ext>
                  </a:extLst>
                </p:cNvPr>
                <p:cNvSpPr>
                  <a:spLocks noChangeArrowheads="1"/>
                </p:cNvSpPr>
                <p:nvPr/>
              </p:nvSpPr>
              <p:spPr bwMode="gray">
                <a:xfrm>
                  <a:off x="277" y="1162"/>
                  <a:ext cx="856" cy="95"/>
                </a:xfrm>
                <a:prstGeom prst="roundRect">
                  <a:avLst>
                    <a:gd name="adj" fmla="val 43157"/>
                  </a:avLst>
                </a:prstGeom>
                <a:gradFill rotWithShape="1">
                  <a:gsLst>
                    <a:gs pos="0">
                      <a:schemeClr val="bg1">
                        <a:alpha val="29999"/>
                      </a:scheme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spcAft>
                      <a:spcPct val="10000"/>
                    </a:spcAft>
                    <a:buFontTx/>
                    <a:buNone/>
                  </a:pPr>
                  <a:endParaRPr lang="en-US" altLang="en-US" b="1">
                    <a:solidFill>
                      <a:schemeClr val="bg1"/>
                    </a:solidFill>
                    <a:cs typeface="Arial" panose="020B0604020202020204" pitchFamily="34" charset="0"/>
                  </a:endParaRPr>
                </a:p>
              </p:txBody>
            </p:sp>
          </p:grpSp>
        </p:grpSp>
        <p:sp>
          <p:nvSpPr>
            <p:cNvPr id="13339" name="Text Box 27">
              <a:extLst>
                <a:ext uri="{FF2B5EF4-FFF2-40B4-BE49-F238E27FC236}">
                  <a16:creationId xmlns:a16="http://schemas.microsoft.com/office/drawing/2014/main" id="{ED6F5060-9F98-B26F-1C83-1C1BA8B8A609}"/>
                </a:ext>
              </a:extLst>
            </p:cNvPr>
            <p:cNvSpPr txBox="1">
              <a:spLocks noChangeArrowheads="1"/>
            </p:cNvSpPr>
            <p:nvPr/>
          </p:nvSpPr>
          <p:spPr bwMode="auto">
            <a:xfrm>
              <a:off x="2825928" y="4760886"/>
              <a:ext cx="4163331"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b="1" dirty="0">
                  <a:solidFill>
                    <a:schemeClr val="bg1"/>
                  </a:solidFill>
                  <a:cs typeface="Arial" panose="020B0604020202020204" pitchFamily="34" charset="0"/>
                </a:rPr>
                <a:t>Minimize Lost Revenue Due to Downtime</a:t>
              </a:r>
            </a:p>
          </p:txBody>
        </p:sp>
        <p:grpSp>
          <p:nvGrpSpPr>
            <p:cNvPr id="13340" name="Group 65">
              <a:extLst>
                <a:ext uri="{FF2B5EF4-FFF2-40B4-BE49-F238E27FC236}">
                  <a16:creationId xmlns:a16="http://schemas.microsoft.com/office/drawing/2014/main" id="{AFCDE83F-7E6D-03DF-4A51-C2B0BD3165E7}"/>
                </a:ext>
              </a:extLst>
            </p:cNvPr>
            <p:cNvGrpSpPr>
              <a:grpSpLocks/>
            </p:cNvGrpSpPr>
            <p:nvPr/>
          </p:nvGrpSpPr>
          <p:grpSpPr bwMode="auto">
            <a:xfrm>
              <a:off x="2261863" y="4891597"/>
              <a:ext cx="495300" cy="479425"/>
              <a:chOff x="517" y="1984"/>
              <a:chExt cx="312" cy="302"/>
            </a:xfrm>
          </p:grpSpPr>
          <p:sp>
            <p:nvSpPr>
              <p:cNvPr id="13341" name="Oval 66">
                <a:extLst>
                  <a:ext uri="{FF2B5EF4-FFF2-40B4-BE49-F238E27FC236}">
                    <a16:creationId xmlns:a16="http://schemas.microsoft.com/office/drawing/2014/main" id="{BAE94BD1-DA73-48C8-AD8B-EEB4847E6BB8}"/>
                  </a:ext>
                </a:extLst>
              </p:cNvPr>
              <p:cNvSpPr>
                <a:spLocks noChangeArrowheads="1"/>
              </p:cNvSpPr>
              <p:nvPr/>
            </p:nvSpPr>
            <p:spPr bwMode="auto">
              <a:xfrm>
                <a:off x="517" y="1984"/>
                <a:ext cx="312" cy="302"/>
              </a:xfrm>
              <a:prstGeom prst="ellipse">
                <a:avLst/>
              </a:prstGeom>
              <a:solidFill>
                <a:srgbClr val="C0C0C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87000"/>
                  </a:lnSpc>
                  <a:spcBef>
                    <a:spcPct val="0"/>
                  </a:spcBef>
                  <a:buClr>
                    <a:schemeClr val="tx2"/>
                  </a:buClr>
                  <a:buSzPct val="80000"/>
                  <a:buFontTx/>
                  <a:buNone/>
                </a:pPr>
                <a:endParaRPr lang="en-US" altLang="en-US" b="1">
                  <a:solidFill>
                    <a:schemeClr val="bg1"/>
                  </a:solidFill>
                  <a:cs typeface="Arial" panose="020B0604020202020204" pitchFamily="34" charset="0"/>
                </a:endParaRPr>
              </a:p>
            </p:txBody>
          </p:sp>
          <p:sp>
            <p:nvSpPr>
              <p:cNvPr id="13342" name="Rectangle 67">
                <a:extLst>
                  <a:ext uri="{FF2B5EF4-FFF2-40B4-BE49-F238E27FC236}">
                    <a16:creationId xmlns:a16="http://schemas.microsoft.com/office/drawing/2014/main" id="{566B875F-5EC3-48A3-F2A4-98EB2601248F}"/>
                  </a:ext>
                </a:extLst>
              </p:cNvPr>
              <p:cNvSpPr>
                <a:spLocks noChangeArrowheads="1"/>
              </p:cNvSpPr>
              <p:nvPr/>
            </p:nvSpPr>
            <p:spPr bwMode="auto">
              <a:xfrm>
                <a:off x="568" y="2038"/>
                <a:ext cx="19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lnSpc>
                    <a:spcPct val="87000"/>
                  </a:lnSpc>
                  <a:spcBef>
                    <a:spcPct val="0"/>
                  </a:spcBef>
                  <a:buClr>
                    <a:schemeClr val="tx2"/>
                  </a:buClr>
                  <a:buSzPct val="80000"/>
                  <a:buFontTx/>
                  <a:buNone/>
                </a:pPr>
                <a:r>
                  <a:rPr lang="en-US" altLang="en-US" b="1" dirty="0">
                    <a:solidFill>
                      <a:schemeClr val="bg1"/>
                    </a:solidFill>
                    <a:cs typeface="Arial" panose="020B0604020202020204" pitchFamily="34" charset="0"/>
                    <a:sym typeface="Wingdings" panose="05000000000000000000" pitchFamily="2" charset="2"/>
                  </a:rPr>
                  <a:t>3</a:t>
                </a:r>
              </a:p>
            </p:txBody>
          </p:sp>
        </p:grpSp>
      </p:grpSp>
      <p:grpSp>
        <p:nvGrpSpPr>
          <p:cNvPr id="13317" name="Group 47">
            <a:extLst>
              <a:ext uri="{FF2B5EF4-FFF2-40B4-BE49-F238E27FC236}">
                <a16:creationId xmlns:a16="http://schemas.microsoft.com/office/drawing/2014/main" id="{10479269-48E0-F837-6A22-E95694CC5AD1}"/>
              </a:ext>
            </a:extLst>
          </p:cNvPr>
          <p:cNvGrpSpPr>
            <a:grpSpLocks/>
          </p:cNvGrpSpPr>
          <p:nvPr/>
        </p:nvGrpSpPr>
        <p:grpSpPr bwMode="auto">
          <a:xfrm>
            <a:off x="3133727" y="3204988"/>
            <a:ext cx="5175250" cy="1058863"/>
            <a:chOff x="2016810" y="3012786"/>
            <a:chExt cx="5174403" cy="1058863"/>
          </a:xfrm>
        </p:grpSpPr>
        <p:grpSp>
          <p:nvGrpSpPr>
            <p:cNvPr id="13329" name="Group 29">
              <a:extLst>
                <a:ext uri="{FF2B5EF4-FFF2-40B4-BE49-F238E27FC236}">
                  <a16:creationId xmlns:a16="http://schemas.microsoft.com/office/drawing/2014/main" id="{65E70123-27D1-23EF-4770-C98773B47AEC}"/>
                </a:ext>
              </a:extLst>
            </p:cNvPr>
            <p:cNvGrpSpPr>
              <a:grpSpLocks/>
            </p:cNvGrpSpPr>
            <p:nvPr/>
          </p:nvGrpSpPr>
          <p:grpSpPr bwMode="auto">
            <a:xfrm>
              <a:off x="2016810" y="3012786"/>
              <a:ext cx="5174403" cy="1058863"/>
              <a:chOff x="749" y="2611"/>
              <a:chExt cx="883" cy="436"/>
            </a:xfrm>
          </p:grpSpPr>
          <p:sp>
            <p:nvSpPr>
              <p:cNvPr id="28" name="AutoShape 13">
                <a:extLst>
                  <a:ext uri="{FF2B5EF4-FFF2-40B4-BE49-F238E27FC236}">
                    <a16:creationId xmlns:a16="http://schemas.microsoft.com/office/drawing/2014/main" id="{C94BA30D-E907-6EE2-907B-5837EEA7A8CB}"/>
                  </a:ext>
                </a:extLst>
              </p:cNvPr>
              <p:cNvSpPr>
                <a:spLocks noChangeArrowheads="1"/>
              </p:cNvSpPr>
              <p:nvPr/>
            </p:nvSpPr>
            <p:spPr bwMode="gray">
              <a:xfrm>
                <a:off x="766" y="2901"/>
                <a:ext cx="845" cy="146"/>
              </a:xfrm>
              <a:prstGeom prst="roundRect">
                <a:avLst>
                  <a:gd name="adj" fmla="val 50000"/>
                </a:avLst>
              </a:prstGeom>
              <a:gradFill rotWithShape="1">
                <a:gsLst>
                  <a:gs pos="0">
                    <a:schemeClr val="tx1"/>
                  </a:gs>
                  <a:gs pos="100000">
                    <a:schemeClr val="tx1">
                      <a:gamma/>
                      <a:shade val="0"/>
                      <a:invGamma/>
                      <a:alpha val="0"/>
                    </a:schemeClr>
                  </a:gs>
                </a:gsLst>
                <a:path path="shape">
                  <a:fillToRect l="50000" t="50000" r="50000" b="50000"/>
                </a:path>
              </a:gradFill>
              <a:ln w="9525">
                <a:noFill/>
                <a:round/>
                <a:headEnd/>
                <a:tailEnd/>
              </a:ln>
              <a:effectLst/>
            </p:spPr>
            <p:txBody>
              <a:bodyPr wrap="none" anchor="ctr"/>
              <a:lstStyle/>
              <a:p>
                <a:pPr algn="r">
                  <a:lnSpc>
                    <a:spcPct val="90000"/>
                  </a:lnSpc>
                  <a:spcBef>
                    <a:spcPct val="0"/>
                  </a:spcBef>
                  <a:spcAft>
                    <a:spcPct val="10000"/>
                  </a:spcAft>
                  <a:buFontTx/>
                  <a:buNone/>
                  <a:defRPr/>
                </a:pPr>
                <a:endParaRPr lang="en-US" b="1" dirty="0">
                  <a:solidFill>
                    <a:schemeClr val="bg1"/>
                  </a:solidFill>
                  <a:latin typeface="Arial" charset="0"/>
                  <a:ea typeface="Arial Unicode MS" pitchFamily="34" charset="-128"/>
                  <a:cs typeface="Arial" charset="0"/>
                </a:endParaRPr>
              </a:p>
            </p:txBody>
          </p:sp>
          <p:grpSp>
            <p:nvGrpSpPr>
              <p:cNvPr id="13335" name="Group 14">
                <a:extLst>
                  <a:ext uri="{FF2B5EF4-FFF2-40B4-BE49-F238E27FC236}">
                    <a16:creationId xmlns:a16="http://schemas.microsoft.com/office/drawing/2014/main" id="{8F4F357E-9AB9-BF6C-112B-227ED5CE34C3}"/>
                  </a:ext>
                </a:extLst>
              </p:cNvPr>
              <p:cNvGrpSpPr>
                <a:grpSpLocks/>
              </p:cNvGrpSpPr>
              <p:nvPr/>
            </p:nvGrpSpPr>
            <p:grpSpPr bwMode="auto">
              <a:xfrm>
                <a:off x="749" y="2611"/>
                <a:ext cx="883" cy="389"/>
                <a:chOff x="246" y="1131"/>
                <a:chExt cx="920" cy="389"/>
              </a:xfrm>
            </p:grpSpPr>
            <p:sp>
              <p:nvSpPr>
                <p:cNvPr id="13336" name="AutoShape 25">
                  <a:extLst>
                    <a:ext uri="{FF2B5EF4-FFF2-40B4-BE49-F238E27FC236}">
                      <a16:creationId xmlns:a16="http://schemas.microsoft.com/office/drawing/2014/main" id="{FB9BED17-7135-FAFF-998E-50BBF19520E8}"/>
                    </a:ext>
                  </a:extLst>
                </p:cNvPr>
                <p:cNvSpPr>
                  <a:spLocks noChangeArrowheads="1"/>
                </p:cNvSpPr>
                <p:nvPr/>
              </p:nvSpPr>
              <p:spPr bwMode="gray">
                <a:xfrm>
                  <a:off x="246" y="1131"/>
                  <a:ext cx="920" cy="389"/>
                </a:xfrm>
                <a:prstGeom prst="roundRect">
                  <a:avLst>
                    <a:gd name="adj" fmla="val 18611"/>
                  </a:avLst>
                </a:prstGeom>
                <a:solidFill>
                  <a:srgbClr val="F7990D"/>
                </a:solidFill>
                <a:ln>
                  <a:noFill/>
                </a:ln>
                <a:extLst>
                  <a:ext uri="{91240B29-F687-4F45-9708-019B960494DF}">
                    <a14:hiddenLine xmlns:a14="http://schemas.microsoft.com/office/drawing/2010/main" w="10160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a:cs typeface="Arial" panose="020B0604020202020204" pitchFamily="34" charset="0"/>
                  </a:endParaRPr>
                </a:p>
              </p:txBody>
            </p:sp>
            <p:sp>
              <p:nvSpPr>
                <p:cNvPr id="13337" name="AutoShape 41">
                  <a:extLst>
                    <a:ext uri="{FF2B5EF4-FFF2-40B4-BE49-F238E27FC236}">
                      <a16:creationId xmlns:a16="http://schemas.microsoft.com/office/drawing/2014/main" id="{6A94F32D-BDC2-F571-9BED-10FD717D2FB0}"/>
                    </a:ext>
                  </a:extLst>
                </p:cNvPr>
                <p:cNvSpPr>
                  <a:spLocks noChangeArrowheads="1"/>
                </p:cNvSpPr>
                <p:nvPr/>
              </p:nvSpPr>
              <p:spPr bwMode="gray">
                <a:xfrm>
                  <a:off x="277" y="1162"/>
                  <a:ext cx="856" cy="95"/>
                </a:xfrm>
                <a:prstGeom prst="roundRect">
                  <a:avLst>
                    <a:gd name="adj" fmla="val 43157"/>
                  </a:avLst>
                </a:prstGeom>
                <a:gradFill rotWithShape="1">
                  <a:gsLst>
                    <a:gs pos="0">
                      <a:schemeClr val="bg1">
                        <a:alpha val="29999"/>
                      </a:scheme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spcAft>
                      <a:spcPct val="10000"/>
                    </a:spcAft>
                    <a:buFontTx/>
                    <a:buNone/>
                  </a:pPr>
                  <a:endParaRPr lang="en-US" altLang="en-US" b="1">
                    <a:solidFill>
                      <a:schemeClr val="bg1"/>
                    </a:solidFill>
                    <a:cs typeface="Arial" panose="020B0604020202020204" pitchFamily="34" charset="0"/>
                  </a:endParaRPr>
                </a:p>
              </p:txBody>
            </p:sp>
          </p:grpSp>
        </p:grpSp>
        <p:sp>
          <p:nvSpPr>
            <p:cNvPr id="13330" name="Text Box 27">
              <a:extLst>
                <a:ext uri="{FF2B5EF4-FFF2-40B4-BE49-F238E27FC236}">
                  <a16:creationId xmlns:a16="http://schemas.microsoft.com/office/drawing/2014/main" id="{69317AC9-7B19-13E9-CBC9-F82FBE00170B}"/>
                </a:ext>
              </a:extLst>
            </p:cNvPr>
            <p:cNvSpPr txBox="1">
              <a:spLocks noChangeArrowheads="1"/>
            </p:cNvSpPr>
            <p:nvPr/>
          </p:nvSpPr>
          <p:spPr bwMode="auto">
            <a:xfrm>
              <a:off x="2809926" y="3161039"/>
              <a:ext cx="41643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b="1" dirty="0">
                  <a:solidFill>
                    <a:schemeClr val="bg1"/>
                  </a:solidFill>
                  <a:cs typeface="Arial" panose="020B0604020202020204" pitchFamily="34" charset="0"/>
                </a:rPr>
                <a:t>Reduce Datacenter Operating Cost (e.g., Power &amp; Cooling)</a:t>
              </a:r>
            </a:p>
          </p:txBody>
        </p:sp>
        <p:grpSp>
          <p:nvGrpSpPr>
            <p:cNvPr id="13331" name="Group 65">
              <a:extLst>
                <a:ext uri="{FF2B5EF4-FFF2-40B4-BE49-F238E27FC236}">
                  <a16:creationId xmlns:a16="http://schemas.microsoft.com/office/drawing/2014/main" id="{DA91F223-2103-22D0-11E5-1B9BAE77822A}"/>
                </a:ext>
              </a:extLst>
            </p:cNvPr>
            <p:cNvGrpSpPr>
              <a:grpSpLocks/>
            </p:cNvGrpSpPr>
            <p:nvPr/>
          </p:nvGrpSpPr>
          <p:grpSpPr bwMode="auto">
            <a:xfrm>
              <a:off x="2246365" y="3229222"/>
              <a:ext cx="495300" cy="479425"/>
              <a:chOff x="517" y="1984"/>
              <a:chExt cx="312" cy="302"/>
            </a:xfrm>
          </p:grpSpPr>
          <p:sp>
            <p:nvSpPr>
              <p:cNvPr id="13332" name="Oval 66">
                <a:extLst>
                  <a:ext uri="{FF2B5EF4-FFF2-40B4-BE49-F238E27FC236}">
                    <a16:creationId xmlns:a16="http://schemas.microsoft.com/office/drawing/2014/main" id="{5D6157B1-13F4-1A71-8A49-AC5C48F93184}"/>
                  </a:ext>
                </a:extLst>
              </p:cNvPr>
              <p:cNvSpPr>
                <a:spLocks noChangeArrowheads="1"/>
              </p:cNvSpPr>
              <p:nvPr/>
            </p:nvSpPr>
            <p:spPr bwMode="auto">
              <a:xfrm>
                <a:off x="517" y="1984"/>
                <a:ext cx="312" cy="302"/>
              </a:xfrm>
              <a:prstGeom prst="ellipse">
                <a:avLst/>
              </a:prstGeom>
              <a:solidFill>
                <a:srgbClr val="C0C0C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87000"/>
                  </a:lnSpc>
                  <a:spcBef>
                    <a:spcPct val="0"/>
                  </a:spcBef>
                  <a:buClr>
                    <a:schemeClr val="tx2"/>
                  </a:buClr>
                  <a:buSzPct val="80000"/>
                  <a:buFontTx/>
                  <a:buNone/>
                </a:pPr>
                <a:endParaRPr lang="en-US" altLang="en-US" b="1">
                  <a:solidFill>
                    <a:schemeClr val="bg1"/>
                  </a:solidFill>
                  <a:cs typeface="Arial" panose="020B0604020202020204" pitchFamily="34" charset="0"/>
                </a:endParaRPr>
              </a:p>
            </p:txBody>
          </p:sp>
          <p:sp>
            <p:nvSpPr>
              <p:cNvPr id="13333" name="Rectangle 67">
                <a:extLst>
                  <a:ext uri="{FF2B5EF4-FFF2-40B4-BE49-F238E27FC236}">
                    <a16:creationId xmlns:a16="http://schemas.microsoft.com/office/drawing/2014/main" id="{54E57079-979C-8D2B-3728-4DDE0134756B}"/>
                  </a:ext>
                </a:extLst>
              </p:cNvPr>
              <p:cNvSpPr>
                <a:spLocks noChangeArrowheads="1"/>
              </p:cNvSpPr>
              <p:nvPr/>
            </p:nvSpPr>
            <p:spPr bwMode="auto">
              <a:xfrm>
                <a:off x="576" y="2042"/>
                <a:ext cx="19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lnSpc>
                    <a:spcPct val="87000"/>
                  </a:lnSpc>
                  <a:spcBef>
                    <a:spcPct val="0"/>
                  </a:spcBef>
                  <a:buClr>
                    <a:schemeClr val="tx2"/>
                  </a:buClr>
                  <a:buSzPct val="80000"/>
                  <a:buFontTx/>
                  <a:buNone/>
                </a:pPr>
                <a:r>
                  <a:rPr lang="en-US" altLang="en-US" b="1" dirty="0">
                    <a:solidFill>
                      <a:schemeClr val="bg1"/>
                    </a:solidFill>
                    <a:cs typeface="Arial" panose="020B0604020202020204" pitchFamily="34" charset="0"/>
                    <a:sym typeface="Wingdings" panose="05000000000000000000" pitchFamily="2" charset="2"/>
                  </a:rPr>
                  <a:t>2</a:t>
                </a:r>
              </a:p>
            </p:txBody>
          </p:sp>
        </p:grpSp>
      </p:grpSp>
      <p:grpSp>
        <p:nvGrpSpPr>
          <p:cNvPr id="13318" name="Group 44">
            <a:extLst>
              <a:ext uri="{FF2B5EF4-FFF2-40B4-BE49-F238E27FC236}">
                <a16:creationId xmlns:a16="http://schemas.microsoft.com/office/drawing/2014/main" id="{A7F4EFF2-87AC-350F-5589-81911BFB74D1}"/>
              </a:ext>
            </a:extLst>
          </p:cNvPr>
          <p:cNvGrpSpPr>
            <a:grpSpLocks/>
          </p:cNvGrpSpPr>
          <p:nvPr/>
        </p:nvGrpSpPr>
        <p:grpSpPr bwMode="auto">
          <a:xfrm>
            <a:off x="3133727" y="1914351"/>
            <a:ext cx="5175250" cy="1058862"/>
            <a:chOff x="2077447" y="2639742"/>
            <a:chExt cx="5174403" cy="1058863"/>
          </a:xfrm>
        </p:grpSpPr>
        <p:grpSp>
          <p:nvGrpSpPr>
            <p:cNvPr id="13320" name="Group 29">
              <a:extLst>
                <a:ext uri="{FF2B5EF4-FFF2-40B4-BE49-F238E27FC236}">
                  <a16:creationId xmlns:a16="http://schemas.microsoft.com/office/drawing/2014/main" id="{8DBFDC16-322E-EAD5-2EA1-976A0A41C1E1}"/>
                </a:ext>
              </a:extLst>
            </p:cNvPr>
            <p:cNvGrpSpPr>
              <a:grpSpLocks/>
            </p:cNvGrpSpPr>
            <p:nvPr/>
          </p:nvGrpSpPr>
          <p:grpSpPr bwMode="auto">
            <a:xfrm>
              <a:off x="2077447" y="2639742"/>
              <a:ext cx="5174403" cy="1058863"/>
              <a:chOff x="749" y="2611"/>
              <a:chExt cx="883" cy="436"/>
            </a:xfrm>
          </p:grpSpPr>
          <p:sp>
            <p:nvSpPr>
              <p:cNvPr id="37" name="AutoShape 13">
                <a:extLst>
                  <a:ext uri="{FF2B5EF4-FFF2-40B4-BE49-F238E27FC236}">
                    <a16:creationId xmlns:a16="http://schemas.microsoft.com/office/drawing/2014/main" id="{67EA81B3-5591-BE91-63E3-BE74D5AB3BBA}"/>
                  </a:ext>
                </a:extLst>
              </p:cNvPr>
              <p:cNvSpPr>
                <a:spLocks noChangeArrowheads="1"/>
              </p:cNvSpPr>
              <p:nvPr/>
            </p:nvSpPr>
            <p:spPr bwMode="gray">
              <a:xfrm>
                <a:off x="766" y="2901"/>
                <a:ext cx="845" cy="146"/>
              </a:xfrm>
              <a:prstGeom prst="roundRect">
                <a:avLst>
                  <a:gd name="adj" fmla="val 50000"/>
                </a:avLst>
              </a:prstGeom>
              <a:gradFill rotWithShape="1">
                <a:gsLst>
                  <a:gs pos="0">
                    <a:schemeClr val="tx1"/>
                  </a:gs>
                  <a:gs pos="100000">
                    <a:schemeClr val="tx1">
                      <a:gamma/>
                      <a:shade val="0"/>
                      <a:invGamma/>
                      <a:alpha val="0"/>
                    </a:schemeClr>
                  </a:gs>
                </a:gsLst>
                <a:path path="shape">
                  <a:fillToRect l="50000" t="50000" r="50000" b="50000"/>
                </a:path>
              </a:gradFill>
              <a:ln w="9525">
                <a:noFill/>
                <a:round/>
                <a:headEnd/>
                <a:tailEnd/>
              </a:ln>
              <a:effectLst/>
            </p:spPr>
            <p:txBody>
              <a:bodyPr wrap="none" anchor="ctr"/>
              <a:lstStyle/>
              <a:p>
                <a:pPr algn="r">
                  <a:lnSpc>
                    <a:spcPct val="90000"/>
                  </a:lnSpc>
                  <a:spcBef>
                    <a:spcPct val="0"/>
                  </a:spcBef>
                  <a:spcAft>
                    <a:spcPct val="10000"/>
                  </a:spcAft>
                  <a:buFontTx/>
                  <a:buNone/>
                  <a:defRPr/>
                </a:pPr>
                <a:endParaRPr lang="en-US" b="1" dirty="0">
                  <a:solidFill>
                    <a:schemeClr val="bg1"/>
                  </a:solidFill>
                  <a:latin typeface="Arial" charset="0"/>
                  <a:ea typeface="Arial Unicode MS" pitchFamily="34" charset="-128"/>
                  <a:cs typeface="Arial" charset="0"/>
                </a:endParaRPr>
              </a:p>
            </p:txBody>
          </p:sp>
          <p:grpSp>
            <p:nvGrpSpPr>
              <p:cNvPr id="13326" name="Group 14">
                <a:extLst>
                  <a:ext uri="{FF2B5EF4-FFF2-40B4-BE49-F238E27FC236}">
                    <a16:creationId xmlns:a16="http://schemas.microsoft.com/office/drawing/2014/main" id="{0607E246-3978-7F15-C503-E91499E7EE9C}"/>
                  </a:ext>
                </a:extLst>
              </p:cNvPr>
              <p:cNvGrpSpPr>
                <a:grpSpLocks/>
              </p:cNvGrpSpPr>
              <p:nvPr/>
            </p:nvGrpSpPr>
            <p:grpSpPr bwMode="auto">
              <a:xfrm>
                <a:off x="749" y="2611"/>
                <a:ext cx="883" cy="389"/>
                <a:chOff x="246" y="1131"/>
                <a:chExt cx="920" cy="389"/>
              </a:xfrm>
            </p:grpSpPr>
            <p:sp>
              <p:nvSpPr>
                <p:cNvPr id="13327" name="AutoShape 25">
                  <a:extLst>
                    <a:ext uri="{FF2B5EF4-FFF2-40B4-BE49-F238E27FC236}">
                      <a16:creationId xmlns:a16="http://schemas.microsoft.com/office/drawing/2014/main" id="{4F6F262A-3A84-9193-2A16-9F77D3DD3855}"/>
                    </a:ext>
                  </a:extLst>
                </p:cNvPr>
                <p:cNvSpPr>
                  <a:spLocks noChangeArrowheads="1"/>
                </p:cNvSpPr>
                <p:nvPr/>
              </p:nvSpPr>
              <p:spPr bwMode="gray">
                <a:xfrm>
                  <a:off x="246" y="1131"/>
                  <a:ext cx="920" cy="389"/>
                </a:xfrm>
                <a:prstGeom prst="roundRect">
                  <a:avLst>
                    <a:gd name="adj" fmla="val 18611"/>
                  </a:avLst>
                </a:prstGeom>
                <a:solidFill>
                  <a:srgbClr val="92D050"/>
                </a:solidFill>
                <a:ln>
                  <a:noFill/>
                </a:ln>
                <a:extLst>
                  <a:ext uri="{91240B29-F687-4F45-9708-019B960494DF}">
                    <a14:hiddenLine xmlns:a14="http://schemas.microsoft.com/office/drawing/2010/main" w="10160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endParaRPr lang="en-US" altLang="en-US">
                    <a:cs typeface="Arial" panose="020B0604020202020204" pitchFamily="34" charset="0"/>
                  </a:endParaRPr>
                </a:p>
              </p:txBody>
            </p:sp>
            <p:sp>
              <p:nvSpPr>
                <p:cNvPr id="13328" name="AutoShape 41">
                  <a:extLst>
                    <a:ext uri="{FF2B5EF4-FFF2-40B4-BE49-F238E27FC236}">
                      <a16:creationId xmlns:a16="http://schemas.microsoft.com/office/drawing/2014/main" id="{DA36B7AC-1E33-609E-EF35-617B3CF4B25C}"/>
                    </a:ext>
                  </a:extLst>
                </p:cNvPr>
                <p:cNvSpPr>
                  <a:spLocks noChangeArrowheads="1"/>
                </p:cNvSpPr>
                <p:nvPr/>
              </p:nvSpPr>
              <p:spPr bwMode="gray">
                <a:xfrm>
                  <a:off x="277" y="1162"/>
                  <a:ext cx="856" cy="95"/>
                </a:xfrm>
                <a:prstGeom prst="roundRect">
                  <a:avLst>
                    <a:gd name="adj" fmla="val 43157"/>
                  </a:avLst>
                </a:prstGeom>
                <a:gradFill rotWithShape="1">
                  <a:gsLst>
                    <a:gs pos="0">
                      <a:schemeClr val="bg1">
                        <a:alpha val="29999"/>
                      </a:scheme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spcAft>
                      <a:spcPct val="10000"/>
                    </a:spcAft>
                    <a:buFontTx/>
                    <a:buNone/>
                  </a:pPr>
                  <a:endParaRPr lang="en-US" altLang="en-US" b="1">
                    <a:solidFill>
                      <a:schemeClr val="bg1"/>
                    </a:solidFill>
                    <a:cs typeface="Arial" panose="020B0604020202020204" pitchFamily="34" charset="0"/>
                  </a:endParaRPr>
                </a:p>
              </p:txBody>
            </p:sp>
          </p:grpSp>
        </p:grpSp>
        <p:sp>
          <p:nvSpPr>
            <p:cNvPr id="13321" name="Text Box 27">
              <a:extLst>
                <a:ext uri="{FF2B5EF4-FFF2-40B4-BE49-F238E27FC236}">
                  <a16:creationId xmlns:a16="http://schemas.microsoft.com/office/drawing/2014/main" id="{E1081775-22F1-008A-E998-451A8A351A9E}"/>
                </a:ext>
              </a:extLst>
            </p:cNvPr>
            <p:cNvSpPr txBox="1">
              <a:spLocks noChangeArrowheads="1"/>
            </p:cNvSpPr>
            <p:nvPr/>
          </p:nvSpPr>
          <p:spPr bwMode="auto">
            <a:xfrm>
              <a:off x="2870563" y="2911979"/>
              <a:ext cx="41643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b="1" dirty="0">
                  <a:solidFill>
                    <a:schemeClr val="bg1"/>
                  </a:solidFill>
                  <a:cs typeface="Arial" panose="020B0604020202020204" pitchFamily="34" charset="0"/>
                </a:rPr>
                <a:t>Reduce Physical Infrastructure Cost</a:t>
              </a:r>
            </a:p>
          </p:txBody>
        </p:sp>
        <p:grpSp>
          <p:nvGrpSpPr>
            <p:cNvPr id="13322" name="Group 65">
              <a:extLst>
                <a:ext uri="{FF2B5EF4-FFF2-40B4-BE49-F238E27FC236}">
                  <a16:creationId xmlns:a16="http://schemas.microsoft.com/office/drawing/2014/main" id="{C148A988-0B1A-4F5A-B9F8-70C8F3D181EC}"/>
                </a:ext>
              </a:extLst>
            </p:cNvPr>
            <p:cNvGrpSpPr>
              <a:grpSpLocks/>
            </p:cNvGrpSpPr>
            <p:nvPr/>
          </p:nvGrpSpPr>
          <p:grpSpPr bwMode="auto">
            <a:xfrm>
              <a:off x="2307002" y="2856178"/>
              <a:ext cx="495300" cy="479425"/>
              <a:chOff x="517" y="1984"/>
              <a:chExt cx="312" cy="302"/>
            </a:xfrm>
          </p:grpSpPr>
          <p:sp>
            <p:nvSpPr>
              <p:cNvPr id="13323" name="Oval 66">
                <a:extLst>
                  <a:ext uri="{FF2B5EF4-FFF2-40B4-BE49-F238E27FC236}">
                    <a16:creationId xmlns:a16="http://schemas.microsoft.com/office/drawing/2014/main" id="{029853E0-D503-5F41-CDB5-75A805C930C2}"/>
                  </a:ext>
                </a:extLst>
              </p:cNvPr>
              <p:cNvSpPr>
                <a:spLocks noChangeArrowheads="1"/>
              </p:cNvSpPr>
              <p:nvPr/>
            </p:nvSpPr>
            <p:spPr bwMode="auto">
              <a:xfrm>
                <a:off x="517" y="1984"/>
                <a:ext cx="312" cy="302"/>
              </a:xfrm>
              <a:prstGeom prst="ellipse">
                <a:avLst/>
              </a:prstGeom>
              <a:solidFill>
                <a:srgbClr val="C0C0C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87000"/>
                  </a:lnSpc>
                  <a:spcBef>
                    <a:spcPct val="0"/>
                  </a:spcBef>
                  <a:buClr>
                    <a:schemeClr val="tx2"/>
                  </a:buClr>
                  <a:buSzPct val="80000"/>
                  <a:buFontTx/>
                  <a:buNone/>
                </a:pPr>
                <a:endParaRPr lang="en-US" altLang="en-US" b="1">
                  <a:solidFill>
                    <a:schemeClr val="bg1"/>
                  </a:solidFill>
                  <a:cs typeface="Arial" panose="020B0604020202020204" pitchFamily="34" charset="0"/>
                </a:endParaRPr>
              </a:p>
            </p:txBody>
          </p:sp>
          <p:sp>
            <p:nvSpPr>
              <p:cNvPr id="13324" name="Rectangle 67">
                <a:extLst>
                  <a:ext uri="{FF2B5EF4-FFF2-40B4-BE49-F238E27FC236}">
                    <a16:creationId xmlns:a16="http://schemas.microsoft.com/office/drawing/2014/main" id="{5AC3E8A6-0CD9-D34A-B8E4-0E53AF5B1596}"/>
                  </a:ext>
                </a:extLst>
              </p:cNvPr>
              <p:cNvSpPr>
                <a:spLocks noChangeArrowheads="1"/>
              </p:cNvSpPr>
              <p:nvPr/>
            </p:nvSpPr>
            <p:spPr bwMode="auto">
              <a:xfrm>
                <a:off x="561" y="2038"/>
                <a:ext cx="19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lnSpc>
                    <a:spcPct val="87000"/>
                  </a:lnSpc>
                  <a:spcBef>
                    <a:spcPct val="0"/>
                  </a:spcBef>
                  <a:buClr>
                    <a:schemeClr val="tx2"/>
                  </a:buClr>
                  <a:buSzPct val="80000"/>
                  <a:buFontTx/>
                  <a:buNone/>
                </a:pPr>
                <a:r>
                  <a:rPr lang="en-US" altLang="en-US" b="1" dirty="0">
                    <a:solidFill>
                      <a:schemeClr val="bg1"/>
                    </a:solidFill>
                    <a:cs typeface="Arial" panose="020B0604020202020204" pitchFamily="34" charset="0"/>
                    <a:sym typeface="Wingdings" panose="05000000000000000000" pitchFamily="2" charset="2"/>
                  </a:rPr>
                  <a:t>1</a:t>
                </a:r>
              </a:p>
            </p:txBody>
          </p:sp>
        </p:grpSp>
      </p:grpSp>
    </p:spTree>
    <p:custDataLst>
      <p:tags r:id="rId1"/>
    </p:custDataLst>
    <p:extLst>
      <p:ext uri="{BB962C8B-B14F-4D97-AF65-F5344CB8AC3E}">
        <p14:creationId xmlns:p14="http://schemas.microsoft.com/office/powerpoint/2010/main" val="1071127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2FF3D-D1E9-961A-7E0F-686AC21D80B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5CA4104-CD41-68FD-94B0-1C21371FEFB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Server, Storage and Network Consolidation</a:t>
            </a:r>
          </a:p>
        </p:txBody>
      </p:sp>
      <p:sp>
        <p:nvSpPr>
          <p:cNvPr id="3" name="Slide Number Placeholder 2">
            <a:extLst>
              <a:ext uri="{FF2B5EF4-FFF2-40B4-BE49-F238E27FC236}">
                <a16:creationId xmlns:a16="http://schemas.microsoft.com/office/drawing/2014/main" id="{85ED253B-FA5E-FFAF-D721-7C495566CD17}"/>
              </a:ext>
            </a:extLst>
          </p:cNvPr>
          <p:cNvSpPr>
            <a:spLocks noGrp="1"/>
          </p:cNvSpPr>
          <p:nvPr>
            <p:ph type="sldNum" sz="quarter" idx="12"/>
          </p:nvPr>
        </p:nvSpPr>
        <p:spPr/>
        <p:txBody>
          <a:bodyPr/>
          <a:lstStyle/>
          <a:p>
            <a:fld id="{3485D9CA-6DAA-4C3C-A3E2-EDEA918D5F89}" type="slidenum">
              <a:rPr lang="en-US">
                <a:latin typeface="Calibri"/>
              </a:rPr>
              <a:pPr/>
              <a:t>40</a:t>
            </a:fld>
            <a:endParaRPr lang="en-US">
              <a:latin typeface="Calibri"/>
            </a:endParaRPr>
          </a:p>
        </p:txBody>
      </p:sp>
      <p:sp>
        <p:nvSpPr>
          <p:cNvPr id="2" name="Text Placeholder 6">
            <a:extLst>
              <a:ext uri="{FF2B5EF4-FFF2-40B4-BE49-F238E27FC236}">
                <a16:creationId xmlns:a16="http://schemas.microsoft.com/office/drawing/2014/main" id="{9398EF9C-E188-EDFA-17B8-9EF4387FAF86}"/>
              </a:ext>
            </a:extLst>
          </p:cNvPr>
          <p:cNvSpPr txBox="1">
            <a:spLocks/>
          </p:cNvSpPr>
          <p:nvPr/>
        </p:nvSpPr>
        <p:spPr>
          <a:xfrm>
            <a:off x="6409078" y="1555474"/>
            <a:ext cx="4041775" cy="548640"/>
          </a:xfrm>
          <a:prstGeom prst="rect">
            <a:avLst/>
          </a:prstGeom>
          <a:solidFill>
            <a:schemeClr val="accent1"/>
          </a:solidFill>
          <a:ln w="9652">
            <a:solidFill>
              <a:schemeClr val="accent1"/>
            </a:solidFill>
            <a:miter lim="800000"/>
            <a:headEnd/>
            <a:tailEnd/>
          </a:ln>
        </p:spPr>
        <p:txBody>
          <a:bodyPr vert="horz" lIns="182880" tIns="45720" rIns="91440" bIns="45720" rtlCol="0" anchor="ctr">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0" indent="0" algn="ctr">
              <a:buFontTx/>
              <a:buNone/>
            </a:pPr>
            <a:r>
              <a:rPr lang="en-US" altLang="en-US" sz="2400" dirty="0">
                <a:solidFill>
                  <a:schemeClr val="bg1"/>
                </a:solidFill>
                <a:latin typeface="Arial" panose="020B0604020202020204" pitchFamily="34" charset="0"/>
                <a:cs typeface="Arial" panose="020B0604020202020204" pitchFamily="34" charset="0"/>
              </a:rPr>
              <a:t>After</a:t>
            </a:r>
          </a:p>
        </p:txBody>
      </p:sp>
      <p:sp>
        <p:nvSpPr>
          <p:cNvPr id="4" name="Text Placeholder 8">
            <a:extLst>
              <a:ext uri="{FF2B5EF4-FFF2-40B4-BE49-F238E27FC236}">
                <a16:creationId xmlns:a16="http://schemas.microsoft.com/office/drawing/2014/main" id="{06FC9E1D-F54F-B470-81FD-4A2E1037F3A2}"/>
              </a:ext>
            </a:extLst>
          </p:cNvPr>
          <p:cNvSpPr txBox="1">
            <a:spLocks/>
          </p:cNvSpPr>
          <p:nvPr/>
        </p:nvSpPr>
        <p:spPr>
          <a:xfrm>
            <a:off x="1117600" y="1555474"/>
            <a:ext cx="4040188" cy="548640"/>
          </a:xfrm>
          <a:prstGeom prst="rect">
            <a:avLst/>
          </a:prstGeom>
          <a:solidFill>
            <a:schemeClr val="accent1"/>
          </a:solidFill>
          <a:ln w="9652">
            <a:solidFill>
              <a:schemeClr val="accent1"/>
            </a:solidFill>
            <a:miter lim="800000"/>
            <a:headEnd/>
            <a:tailEnd/>
          </a:ln>
        </p:spPr>
        <p:txBody>
          <a:bodyPr vert="horz" lIns="182880" tIns="45720" rIns="91440" bIns="45720" rtlCol="0" anchor="ctr">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0" indent="0" algn="ctr">
              <a:buFontTx/>
              <a:buNone/>
            </a:pPr>
            <a:r>
              <a:rPr lang="en-US" altLang="en-US" sz="2400" dirty="0">
                <a:solidFill>
                  <a:schemeClr val="bg1"/>
                </a:solidFill>
                <a:latin typeface="Arial" panose="020B0604020202020204" pitchFamily="34" charset="0"/>
                <a:cs typeface="Arial" panose="020B0604020202020204" pitchFamily="34" charset="0"/>
              </a:rPr>
              <a:t>Before</a:t>
            </a:r>
          </a:p>
        </p:txBody>
      </p:sp>
      <p:sp>
        <p:nvSpPr>
          <p:cNvPr id="14339" name="Rectangle 2">
            <a:extLst>
              <a:ext uri="{FF2B5EF4-FFF2-40B4-BE49-F238E27FC236}">
                <a16:creationId xmlns:a16="http://schemas.microsoft.com/office/drawing/2014/main" id="{0C19268A-181D-6669-42E8-03C415382B51}"/>
              </a:ext>
            </a:extLst>
          </p:cNvPr>
          <p:cNvSpPr txBox="1">
            <a:spLocks noChangeArrowheads="1"/>
          </p:cNvSpPr>
          <p:nvPr/>
        </p:nvSpPr>
        <p:spPr>
          <a:xfrm>
            <a:off x="1547639" y="2265362"/>
            <a:ext cx="4014788" cy="1862138"/>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77800" indent="-177800">
              <a:spcBef>
                <a:spcPts val="600"/>
              </a:spcBef>
              <a:buFontTx/>
              <a:buNone/>
            </a:pPr>
            <a:r>
              <a:rPr lang="en-US" altLang="en-US" dirty="0">
                <a:latin typeface="Arial" panose="020B0604020202020204" pitchFamily="34" charset="0"/>
                <a:cs typeface="Arial" panose="020B0604020202020204" pitchFamily="34" charset="0"/>
              </a:rPr>
              <a:t>1,000 servers with DASD</a:t>
            </a:r>
          </a:p>
          <a:p>
            <a:pPr marL="177800" indent="-177800">
              <a:spcBef>
                <a:spcPts val="600"/>
              </a:spcBef>
              <a:buFontTx/>
              <a:buNone/>
            </a:pPr>
            <a:r>
              <a:rPr lang="en-US" altLang="en-US" dirty="0">
                <a:latin typeface="Arial" panose="020B0604020202020204" pitchFamily="34" charset="0"/>
                <a:cs typeface="Arial" panose="020B0604020202020204" pitchFamily="34" charset="0"/>
              </a:rPr>
              <a:t>200 racks</a:t>
            </a:r>
          </a:p>
          <a:p>
            <a:pPr marL="177800" indent="-177800">
              <a:spcBef>
                <a:spcPts val="600"/>
              </a:spcBef>
              <a:buFontTx/>
              <a:buNone/>
            </a:pPr>
            <a:r>
              <a:rPr lang="en-US" altLang="en-US" dirty="0">
                <a:latin typeface="Arial" panose="020B0604020202020204" pitchFamily="34" charset="0"/>
                <a:cs typeface="Arial" panose="020B0604020202020204" pitchFamily="34" charset="0"/>
              </a:rPr>
              <a:t>3000 network cables</a:t>
            </a:r>
          </a:p>
          <a:p>
            <a:pPr marL="177800" indent="-177800">
              <a:spcBef>
                <a:spcPts val="600"/>
              </a:spcBef>
              <a:buFontTx/>
              <a:buNone/>
            </a:pPr>
            <a:r>
              <a:rPr lang="en-US" altLang="en-US" dirty="0">
                <a:latin typeface="Arial" panose="020B0604020202020204" pitchFamily="34" charset="0"/>
                <a:cs typeface="Arial" panose="020B0604020202020204" pitchFamily="34" charset="0"/>
              </a:rPr>
              <a:t>400 power whips</a:t>
            </a:r>
          </a:p>
          <a:p>
            <a:pPr marL="469900" lvl="1" indent="-177800">
              <a:buFontTx/>
              <a:buNone/>
            </a:pPr>
            <a:endParaRPr lang="en-US" altLang="en-US" sz="2200" dirty="0">
              <a:latin typeface="Arial" panose="020B0604020202020204" pitchFamily="34" charset="0"/>
              <a:cs typeface="Arial" panose="020B0604020202020204" pitchFamily="34" charset="0"/>
            </a:endParaRPr>
          </a:p>
        </p:txBody>
      </p:sp>
      <p:sp>
        <p:nvSpPr>
          <p:cNvPr id="14340" name="Rectangle 3">
            <a:extLst>
              <a:ext uri="{FF2B5EF4-FFF2-40B4-BE49-F238E27FC236}">
                <a16:creationId xmlns:a16="http://schemas.microsoft.com/office/drawing/2014/main" id="{F0A16B16-BC58-59D5-C6B7-2C56B6EA64DB}"/>
              </a:ext>
            </a:extLst>
          </p:cNvPr>
          <p:cNvSpPr>
            <a:spLocks noChangeArrowheads="1"/>
          </p:cNvSpPr>
          <p:nvPr/>
        </p:nvSpPr>
        <p:spPr bwMode="auto">
          <a:xfrm>
            <a:off x="5771976" y="2265362"/>
            <a:ext cx="4872381"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469900" indent="-177800" eaLnBrk="0" hangingPunct="0">
              <a:defRPr>
                <a:solidFill>
                  <a:schemeClr val="tx1"/>
                </a:solidFill>
                <a:latin typeface="Arial" panose="020B0604020202020204" pitchFamily="34" charset="0"/>
              </a:defRPr>
            </a:lvl2pPr>
            <a:lvl3pPr marL="684213" indent="-100013"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lvl="1" eaLnBrk="1" hangingPunct="1">
              <a:spcBef>
                <a:spcPts val="600"/>
              </a:spcBef>
              <a:buFontTx/>
              <a:buNone/>
            </a:pPr>
            <a:r>
              <a:rPr lang="en-US" altLang="en-US" sz="2200" dirty="0">
                <a:cs typeface="Arial" panose="020B0604020202020204" pitchFamily="34" charset="0"/>
              </a:rPr>
              <a:t>50 servers with SAN and NAS</a:t>
            </a:r>
          </a:p>
          <a:p>
            <a:pPr lvl="1" eaLnBrk="1" hangingPunct="1">
              <a:spcBef>
                <a:spcPts val="600"/>
              </a:spcBef>
              <a:buFontTx/>
              <a:buNone/>
            </a:pPr>
            <a:r>
              <a:rPr lang="en-US" altLang="en-US" sz="2200" dirty="0">
                <a:cs typeface="Arial" panose="020B0604020202020204" pitchFamily="34" charset="0"/>
              </a:rPr>
              <a:t>10 racks</a:t>
            </a:r>
          </a:p>
          <a:p>
            <a:pPr lvl="1" eaLnBrk="1" hangingPunct="1">
              <a:spcBef>
                <a:spcPts val="600"/>
              </a:spcBef>
              <a:buFontTx/>
              <a:buNone/>
            </a:pPr>
            <a:r>
              <a:rPr lang="en-US" altLang="en-US" sz="2200" dirty="0">
                <a:cs typeface="Arial" panose="020B0604020202020204" pitchFamily="34" charset="0"/>
              </a:rPr>
              <a:t>300 network cables</a:t>
            </a:r>
          </a:p>
          <a:p>
            <a:pPr lvl="1" eaLnBrk="1" hangingPunct="1">
              <a:spcBef>
                <a:spcPts val="600"/>
              </a:spcBef>
              <a:buFontTx/>
              <a:buNone/>
            </a:pPr>
            <a:r>
              <a:rPr lang="en-US" altLang="en-US" sz="2200" dirty="0">
                <a:cs typeface="Arial" panose="020B0604020202020204" pitchFamily="34" charset="0"/>
              </a:rPr>
              <a:t>20 power whips </a:t>
            </a:r>
          </a:p>
        </p:txBody>
      </p:sp>
      <p:sp>
        <p:nvSpPr>
          <p:cNvPr id="14343" name="Line 6">
            <a:extLst>
              <a:ext uri="{FF2B5EF4-FFF2-40B4-BE49-F238E27FC236}">
                <a16:creationId xmlns:a16="http://schemas.microsoft.com/office/drawing/2014/main" id="{CE2C7887-D47F-751B-45AA-51194BC57585}"/>
              </a:ext>
            </a:extLst>
          </p:cNvPr>
          <p:cNvSpPr>
            <a:spLocks noChangeShapeType="1"/>
          </p:cNvSpPr>
          <p:nvPr/>
        </p:nvSpPr>
        <p:spPr bwMode="auto">
          <a:xfrm>
            <a:off x="5805314" y="1551338"/>
            <a:ext cx="0" cy="484632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sz="2000">
              <a:latin typeface="Arial" panose="020B0604020202020204" pitchFamily="34" charset="0"/>
              <a:cs typeface="Arial" panose="020B0604020202020204" pitchFamily="34" charset="0"/>
            </a:endParaRPr>
          </a:p>
        </p:txBody>
      </p:sp>
      <p:sp>
        <p:nvSpPr>
          <p:cNvPr id="14344" name="Line 7">
            <a:extLst>
              <a:ext uri="{FF2B5EF4-FFF2-40B4-BE49-F238E27FC236}">
                <a16:creationId xmlns:a16="http://schemas.microsoft.com/office/drawing/2014/main" id="{80EF6E1B-713D-6730-022A-42DAC274FF67}"/>
              </a:ext>
            </a:extLst>
          </p:cNvPr>
          <p:cNvSpPr>
            <a:spLocks noChangeShapeType="1"/>
          </p:cNvSpPr>
          <p:nvPr/>
        </p:nvSpPr>
        <p:spPr bwMode="auto">
          <a:xfrm>
            <a:off x="1475493" y="2691342"/>
            <a:ext cx="850392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sz="2000">
              <a:latin typeface="Arial" panose="020B0604020202020204" pitchFamily="34" charset="0"/>
              <a:cs typeface="Arial" panose="020B0604020202020204" pitchFamily="34" charset="0"/>
            </a:endParaRPr>
          </a:p>
        </p:txBody>
      </p:sp>
      <p:sp>
        <p:nvSpPr>
          <p:cNvPr id="14345" name="Line 8">
            <a:extLst>
              <a:ext uri="{FF2B5EF4-FFF2-40B4-BE49-F238E27FC236}">
                <a16:creationId xmlns:a16="http://schemas.microsoft.com/office/drawing/2014/main" id="{367ACC18-8475-D73D-933F-7C17A42C4CA4}"/>
              </a:ext>
            </a:extLst>
          </p:cNvPr>
          <p:cNvSpPr>
            <a:spLocks noChangeShapeType="1"/>
          </p:cNvSpPr>
          <p:nvPr/>
        </p:nvSpPr>
        <p:spPr bwMode="auto">
          <a:xfrm>
            <a:off x="1475493" y="3476449"/>
            <a:ext cx="850392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sz="2000" dirty="0">
              <a:latin typeface="Arial" panose="020B0604020202020204" pitchFamily="34" charset="0"/>
              <a:cs typeface="Arial" panose="020B0604020202020204" pitchFamily="34" charset="0"/>
            </a:endParaRPr>
          </a:p>
        </p:txBody>
      </p:sp>
      <p:sp>
        <p:nvSpPr>
          <p:cNvPr id="14346" name="Line 9">
            <a:extLst>
              <a:ext uri="{FF2B5EF4-FFF2-40B4-BE49-F238E27FC236}">
                <a16:creationId xmlns:a16="http://schemas.microsoft.com/office/drawing/2014/main" id="{C8B740F8-8DCA-17C5-5724-28BEA04E103B}"/>
              </a:ext>
            </a:extLst>
          </p:cNvPr>
          <p:cNvSpPr>
            <a:spLocks noChangeShapeType="1"/>
          </p:cNvSpPr>
          <p:nvPr/>
        </p:nvSpPr>
        <p:spPr bwMode="auto">
          <a:xfrm>
            <a:off x="1475493" y="3899253"/>
            <a:ext cx="850392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sz="2000">
              <a:latin typeface="Arial" panose="020B0604020202020204" pitchFamily="34" charset="0"/>
              <a:cs typeface="Arial" panose="020B0604020202020204" pitchFamily="34" charset="0"/>
            </a:endParaRPr>
          </a:p>
        </p:txBody>
      </p:sp>
      <p:grpSp>
        <p:nvGrpSpPr>
          <p:cNvPr id="14347" name="Group 10">
            <a:extLst>
              <a:ext uri="{FF2B5EF4-FFF2-40B4-BE49-F238E27FC236}">
                <a16:creationId xmlns:a16="http://schemas.microsoft.com/office/drawing/2014/main" id="{E84E1F40-92F8-3A8D-513C-E077D78B3EC6}"/>
              </a:ext>
            </a:extLst>
          </p:cNvPr>
          <p:cNvGrpSpPr>
            <a:grpSpLocks/>
          </p:cNvGrpSpPr>
          <p:nvPr/>
        </p:nvGrpSpPr>
        <p:grpSpPr bwMode="auto">
          <a:xfrm>
            <a:off x="1754717" y="4475162"/>
            <a:ext cx="3200400" cy="1828800"/>
            <a:chOff x="432" y="2352"/>
            <a:chExt cx="2016" cy="1152"/>
          </a:xfrm>
        </p:grpSpPr>
        <p:pic>
          <p:nvPicPr>
            <p:cNvPr id="14360" name="Picture 11" descr="Server_icon">
              <a:extLst>
                <a:ext uri="{FF2B5EF4-FFF2-40B4-BE49-F238E27FC236}">
                  <a16:creationId xmlns:a16="http://schemas.microsoft.com/office/drawing/2014/main" id="{7EDF8E82-1AF2-EBCD-FE6A-A1698FD48A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1" name="Picture 12" descr="Server_icon">
              <a:extLst>
                <a:ext uri="{FF2B5EF4-FFF2-40B4-BE49-F238E27FC236}">
                  <a16:creationId xmlns:a16="http://schemas.microsoft.com/office/drawing/2014/main" id="{80D7C8FF-737A-DFD6-D977-1100EECC0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2" name="Picture 13" descr="Server_icon">
              <a:extLst>
                <a:ext uri="{FF2B5EF4-FFF2-40B4-BE49-F238E27FC236}">
                  <a16:creationId xmlns:a16="http://schemas.microsoft.com/office/drawing/2014/main" id="{C4659C85-965E-1D99-0778-31CC3D372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3" name="Picture 14" descr="Server_icon">
              <a:extLst>
                <a:ext uri="{FF2B5EF4-FFF2-40B4-BE49-F238E27FC236}">
                  <a16:creationId xmlns:a16="http://schemas.microsoft.com/office/drawing/2014/main" id="{00237836-1B8E-0DA3-FA3A-722B791C4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4" name="Picture 15" descr="Server_icon">
              <a:extLst>
                <a:ext uri="{FF2B5EF4-FFF2-40B4-BE49-F238E27FC236}">
                  <a16:creationId xmlns:a16="http://schemas.microsoft.com/office/drawing/2014/main" id="{952B78B1-F1D2-C69A-98F9-0DFC687D7D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5" name="Picture 16" descr="Server_icon">
              <a:extLst>
                <a:ext uri="{FF2B5EF4-FFF2-40B4-BE49-F238E27FC236}">
                  <a16:creationId xmlns:a16="http://schemas.microsoft.com/office/drawing/2014/main" id="{867D9B6D-5CA1-0633-B9A9-0C5E32D37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6" name="Picture 17" descr="Server_icon">
              <a:extLst>
                <a:ext uri="{FF2B5EF4-FFF2-40B4-BE49-F238E27FC236}">
                  <a16:creationId xmlns:a16="http://schemas.microsoft.com/office/drawing/2014/main" id="{FE2244FE-1C1C-642D-42C2-7931D44DD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7" name="Picture 18" descr="Server_icon">
              <a:extLst>
                <a:ext uri="{FF2B5EF4-FFF2-40B4-BE49-F238E27FC236}">
                  <a16:creationId xmlns:a16="http://schemas.microsoft.com/office/drawing/2014/main" id="{409F5A08-EDAB-BFC3-C728-E03C5745D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352"/>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8" name="Picture 19" descr="Server_icon">
              <a:extLst>
                <a:ext uri="{FF2B5EF4-FFF2-40B4-BE49-F238E27FC236}">
                  <a16:creationId xmlns:a16="http://schemas.microsoft.com/office/drawing/2014/main" id="{F8C8D916-95CC-008E-0E27-E70CA2159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9" name="Picture 20" descr="Server_icon">
              <a:extLst>
                <a:ext uri="{FF2B5EF4-FFF2-40B4-BE49-F238E27FC236}">
                  <a16:creationId xmlns:a16="http://schemas.microsoft.com/office/drawing/2014/main" id="{4CB66FDD-CF7D-AA42-DF6D-5646849F1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0" name="Picture 21" descr="Server_icon">
              <a:extLst>
                <a:ext uri="{FF2B5EF4-FFF2-40B4-BE49-F238E27FC236}">
                  <a16:creationId xmlns:a16="http://schemas.microsoft.com/office/drawing/2014/main" id="{E92E7E76-064E-A3C2-19E5-5585B7A94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1" name="Picture 22" descr="Server_icon">
              <a:extLst>
                <a:ext uri="{FF2B5EF4-FFF2-40B4-BE49-F238E27FC236}">
                  <a16:creationId xmlns:a16="http://schemas.microsoft.com/office/drawing/2014/main" id="{4DD06FF0-9758-C70C-D685-A5623CEFA3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2" name="Picture 23" descr="Server_icon">
              <a:extLst>
                <a:ext uri="{FF2B5EF4-FFF2-40B4-BE49-F238E27FC236}">
                  <a16:creationId xmlns:a16="http://schemas.microsoft.com/office/drawing/2014/main" id="{32F03438-28CF-978E-B1DC-6B1A228D0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3" name="Picture 24" descr="Server_icon">
              <a:extLst>
                <a:ext uri="{FF2B5EF4-FFF2-40B4-BE49-F238E27FC236}">
                  <a16:creationId xmlns:a16="http://schemas.microsoft.com/office/drawing/2014/main" id="{9B1D20E8-52D2-528B-65E9-7DBA1E33C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4" name="Picture 25" descr="Server_icon">
              <a:extLst>
                <a:ext uri="{FF2B5EF4-FFF2-40B4-BE49-F238E27FC236}">
                  <a16:creationId xmlns:a16="http://schemas.microsoft.com/office/drawing/2014/main" id="{5286EA84-4885-99D0-9A7B-0FF87CB44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5" name="Picture 26" descr="Server_icon">
              <a:extLst>
                <a:ext uri="{FF2B5EF4-FFF2-40B4-BE49-F238E27FC236}">
                  <a16:creationId xmlns:a16="http://schemas.microsoft.com/office/drawing/2014/main" id="{D11C78D7-9EC4-C96F-C01D-189C0C9D4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736"/>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6" name="Picture 27" descr="Server_icon">
              <a:extLst>
                <a:ext uri="{FF2B5EF4-FFF2-40B4-BE49-F238E27FC236}">
                  <a16:creationId xmlns:a16="http://schemas.microsoft.com/office/drawing/2014/main" id="{B098AC0B-D7A8-FCE8-966D-C777FE697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7" name="Picture 28" descr="Server_icon">
              <a:extLst>
                <a:ext uri="{FF2B5EF4-FFF2-40B4-BE49-F238E27FC236}">
                  <a16:creationId xmlns:a16="http://schemas.microsoft.com/office/drawing/2014/main" id="{54DF1272-0D96-67F6-EBC3-E36264AA4A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8" name="Picture 29" descr="Server_icon">
              <a:extLst>
                <a:ext uri="{FF2B5EF4-FFF2-40B4-BE49-F238E27FC236}">
                  <a16:creationId xmlns:a16="http://schemas.microsoft.com/office/drawing/2014/main" id="{44B1FFBC-7D43-D4A1-15C9-AB75B704B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9" name="Picture 30" descr="Server_icon">
              <a:extLst>
                <a:ext uri="{FF2B5EF4-FFF2-40B4-BE49-F238E27FC236}">
                  <a16:creationId xmlns:a16="http://schemas.microsoft.com/office/drawing/2014/main" id="{70E26012-146D-B8D7-40A0-9289A9C81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80" name="Picture 31" descr="Server_icon">
              <a:extLst>
                <a:ext uri="{FF2B5EF4-FFF2-40B4-BE49-F238E27FC236}">
                  <a16:creationId xmlns:a16="http://schemas.microsoft.com/office/drawing/2014/main" id="{8A710A98-FF7C-C594-5C6C-6192054943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81" name="Picture 32" descr="Server_icon">
              <a:extLst>
                <a:ext uri="{FF2B5EF4-FFF2-40B4-BE49-F238E27FC236}">
                  <a16:creationId xmlns:a16="http://schemas.microsoft.com/office/drawing/2014/main" id="{D49C91DA-0547-73B5-F484-F46F898FD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82" name="Picture 33" descr="Server_icon">
              <a:extLst>
                <a:ext uri="{FF2B5EF4-FFF2-40B4-BE49-F238E27FC236}">
                  <a16:creationId xmlns:a16="http://schemas.microsoft.com/office/drawing/2014/main" id="{EF48A01D-A284-66F1-8852-81108C9EB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83" name="Picture 34" descr="Server_icon">
              <a:extLst>
                <a:ext uri="{FF2B5EF4-FFF2-40B4-BE49-F238E27FC236}">
                  <a16:creationId xmlns:a16="http://schemas.microsoft.com/office/drawing/2014/main" id="{52FB359E-1007-D834-4A92-49493C59B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3120"/>
              <a:ext cx="29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348" name="Picture 35" descr="Server_icon">
            <a:extLst>
              <a:ext uri="{FF2B5EF4-FFF2-40B4-BE49-F238E27FC236}">
                <a16:creationId xmlns:a16="http://schemas.microsoft.com/office/drawing/2014/main" id="{5DE65E47-09F8-FAC6-B727-5F55F939539B}"/>
              </a:ext>
            </a:extLst>
          </p:cNvPr>
          <p:cNvPicPr>
            <a:picLocks noChangeAspect="1" noChangeArrowheads="1"/>
          </p:cNvPicPr>
          <p:nvPr/>
        </p:nvPicPr>
        <p:blipFill>
          <a:blip r:embed="rId3">
            <a:lum bright="32000" contrast="-12000"/>
            <a:extLst>
              <a:ext uri="{28A0092B-C50C-407E-A947-70E740481C1C}">
                <a14:useLocalDpi xmlns:a14="http://schemas.microsoft.com/office/drawing/2010/main" val="0"/>
              </a:ext>
            </a:extLst>
          </a:blip>
          <a:srcRect/>
          <a:stretch>
            <a:fillRect/>
          </a:stretch>
        </p:blipFill>
        <p:spPr bwMode="auto">
          <a:xfrm>
            <a:off x="6069542" y="5160962"/>
            <a:ext cx="466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Picture 36" descr="Server_icon">
            <a:extLst>
              <a:ext uri="{FF2B5EF4-FFF2-40B4-BE49-F238E27FC236}">
                <a16:creationId xmlns:a16="http://schemas.microsoft.com/office/drawing/2014/main" id="{B113A083-1BCA-7584-0EFA-B0E998B00C6B}"/>
              </a:ext>
            </a:extLst>
          </p:cNvPr>
          <p:cNvPicPr>
            <a:picLocks noChangeAspect="1" noChangeArrowheads="1"/>
          </p:cNvPicPr>
          <p:nvPr/>
        </p:nvPicPr>
        <p:blipFill>
          <a:blip r:embed="rId3">
            <a:lum bright="32000" contrast="-12000"/>
            <a:extLst>
              <a:ext uri="{28A0092B-C50C-407E-A947-70E740481C1C}">
                <a14:useLocalDpi xmlns:a14="http://schemas.microsoft.com/office/drawing/2010/main" val="0"/>
              </a:ext>
            </a:extLst>
          </a:blip>
          <a:srcRect/>
          <a:stretch>
            <a:fillRect/>
          </a:stretch>
        </p:blipFill>
        <p:spPr bwMode="auto">
          <a:xfrm>
            <a:off x="5688542" y="5160962"/>
            <a:ext cx="466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37" descr="Server_icon">
            <a:extLst>
              <a:ext uri="{FF2B5EF4-FFF2-40B4-BE49-F238E27FC236}">
                <a16:creationId xmlns:a16="http://schemas.microsoft.com/office/drawing/2014/main" id="{AAB4E00B-676A-FE9E-4413-F48959F1E499}"/>
              </a:ext>
            </a:extLst>
          </p:cNvPr>
          <p:cNvPicPr>
            <a:picLocks noChangeAspect="1" noChangeArrowheads="1"/>
          </p:cNvPicPr>
          <p:nvPr/>
        </p:nvPicPr>
        <p:blipFill>
          <a:blip r:embed="rId3">
            <a:lum bright="32000" contrast="-12000"/>
            <a:extLst>
              <a:ext uri="{28A0092B-C50C-407E-A947-70E740481C1C}">
                <a14:useLocalDpi xmlns:a14="http://schemas.microsoft.com/office/drawing/2010/main" val="0"/>
              </a:ext>
            </a:extLst>
          </a:blip>
          <a:srcRect/>
          <a:stretch>
            <a:fillRect/>
          </a:stretch>
        </p:blipFill>
        <p:spPr bwMode="auto">
          <a:xfrm>
            <a:off x="5307542" y="5160962"/>
            <a:ext cx="466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1" name="Picture 38" descr="VirtualServer_emptyPlat">
            <a:extLst>
              <a:ext uri="{FF2B5EF4-FFF2-40B4-BE49-F238E27FC236}">
                <a16:creationId xmlns:a16="http://schemas.microsoft.com/office/drawing/2014/main" id="{B3A7A0C0-C87A-4A93-D2B7-2223C627BE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4225" y="4475162"/>
            <a:ext cx="18161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2" name="AutoShape 39">
            <a:extLst>
              <a:ext uri="{FF2B5EF4-FFF2-40B4-BE49-F238E27FC236}">
                <a16:creationId xmlns:a16="http://schemas.microsoft.com/office/drawing/2014/main" id="{B44393F6-4EAA-39EA-D832-43CB9ABEC427}"/>
              </a:ext>
            </a:extLst>
          </p:cNvPr>
          <p:cNvSpPr>
            <a:spLocks noChangeArrowheads="1"/>
          </p:cNvSpPr>
          <p:nvPr/>
        </p:nvSpPr>
        <p:spPr bwMode="auto">
          <a:xfrm>
            <a:off x="5307542" y="5008562"/>
            <a:ext cx="1371600" cy="838200"/>
          </a:xfrm>
          <a:prstGeom prst="rightArrow">
            <a:avLst>
              <a:gd name="adj1" fmla="val 50000"/>
              <a:gd name="adj2" fmla="val 40909"/>
            </a:avLst>
          </a:prstGeom>
          <a:solidFill>
            <a:schemeClr val="folHlink">
              <a:alpha val="39999"/>
            </a:schemeClr>
          </a:solidFill>
          <a:ln w="19050" algn="ctr">
            <a:solidFill>
              <a:srgbClr val="FF640A"/>
            </a:solidFill>
            <a:miter lim="800000"/>
            <a:headEnd/>
            <a:tailEnd/>
          </a:ln>
        </p:spPr>
        <p:txBody>
          <a:bodyPr wrap="none"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endParaRPr lang="en-US" altLang="en-US" sz="2000">
              <a:cs typeface="Arial" panose="020B0604020202020204" pitchFamily="34" charset="0"/>
            </a:endParaRPr>
          </a:p>
        </p:txBody>
      </p:sp>
      <p:pic>
        <p:nvPicPr>
          <p:cNvPr id="14353" name="Picture 40" descr="smallvm">
            <a:extLst>
              <a:ext uri="{FF2B5EF4-FFF2-40B4-BE49-F238E27FC236}">
                <a16:creationId xmlns:a16="http://schemas.microsoft.com/office/drawing/2014/main" id="{502AE824-4938-D0CE-A91D-DE3A7A8317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8239" y="4246562"/>
            <a:ext cx="39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4" name="Picture 41" descr="smallvm">
            <a:extLst>
              <a:ext uri="{FF2B5EF4-FFF2-40B4-BE49-F238E27FC236}">
                <a16:creationId xmlns:a16="http://schemas.microsoft.com/office/drawing/2014/main" id="{CE16A167-6D6E-155A-99D6-4793C275B5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3039" y="4373562"/>
            <a:ext cx="39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5" name="Picture 42" descr="smallvm">
            <a:extLst>
              <a:ext uri="{FF2B5EF4-FFF2-40B4-BE49-F238E27FC236}">
                <a16:creationId xmlns:a16="http://schemas.microsoft.com/office/drawing/2014/main" id="{A8B6E0C8-AC5C-6B62-5DA5-1425413911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7839" y="4500562"/>
            <a:ext cx="39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6" name="Picture 43" descr="smallvm">
            <a:extLst>
              <a:ext uri="{FF2B5EF4-FFF2-40B4-BE49-F238E27FC236}">
                <a16:creationId xmlns:a16="http://schemas.microsoft.com/office/drawing/2014/main" id="{7EE9616A-80BB-4206-FFCB-F86DCD64AD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2639" y="4627562"/>
            <a:ext cx="39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8" name="Line 45">
            <a:extLst>
              <a:ext uri="{FF2B5EF4-FFF2-40B4-BE49-F238E27FC236}">
                <a16:creationId xmlns:a16="http://schemas.microsoft.com/office/drawing/2014/main" id="{C13D6D90-4C9C-E6C3-6865-60805CAA1FE0}"/>
              </a:ext>
            </a:extLst>
          </p:cNvPr>
          <p:cNvSpPr>
            <a:spLocks noChangeShapeType="1"/>
          </p:cNvSpPr>
          <p:nvPr/>
        </p:nvSpPr>
        <p:spPr bwMode="auto">
          <a:xfrm>
            <a:off x="1475493" y="3069343"/>
            <a:ext cx="850392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US" sz="200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731796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2005-6178-9F1D-AB98-44CCC61E66F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9D3B924-FB36-0A7C-AFA5-1B1F843AC3D1}"/>
              </a:ext>
            </a:extLst>
          </p:cNvPr>
          <p:cNvSpPr>
            <a:spLocks noGrp="1" noChangeArrowheads="1"/>
          </p:cNvSpPr>
          <p:nvPr>
            <p:ph type="title"/>
          </p:nvPr>
        </p:nvSpPr>
        <p:spPr>
          <a:xfrm>
            <a:off x="764620" y="554038"/>
            <a:ext cx="10424160" cy="407507"/>
          </a:xfrm>
        </p:spPr>
        <p:txBody>
          <a:bodyPr/>
          <a:lstStyle/>
          <a:p>
            <a:r>
              <a:rPr lang="en-US" sz="3600" dirty="0">
                <a:latin typeface="Arial" panose="020B0604020202020204" pitchFamily="34" charset="0"/>
                <a:cs typeface="Arial" panose="020B0604020202020204" pitchFamily="34" charset="0"/>
              </a:rPr>
              <a:t>Virtualization Delivers Tangible Business Outcomes </a:t>
            </a:r>
          </a:p>
        </p:txBody>
      </p:sp>
      <p:sp>
        <p:nvSpPr>
          <p:cNvPr id="3" name="Slide Number Placeholder 2">
            <a:extLst>
              <a:ext uri="{FF2B5EF4-FFF2-40B4-BE49-F238E27FC236}">
                <a16:creationId xmlns:a16="http://schemas.microsoft.com/office/drawing/2014/main" id="{36CBEE41-A8A7-1A32-AE77-2AD08EB9C78C}"/>
              </a:ext>
            </a:extLst>
          </p:cNvPr>
          <p:cNvSpPr>
            <a:spLocks noGrp="1"/>
          </p:cNvSpPr>
          <p:nvPr>
            <p:ph type="sldNum" sz="quarter" idx="12"/>
          </p:nvPr>
        </p:nvSpPr>
        <p:spPr/>
        <p:txBody>
          <a:bodyPr/>
          <a:lstStyle/>
          <a:p>
            <a:fld id="{3485D9CA-6DAA-4C3C-A3E2-EDEA918D5F89}" type="slidenum">
              <a:rPr lang="en-US">
                <a:latin typeface="Calibri"/>
              </a:rPr>
              <a:pPr/>
              <a:t>41</a:t>
            </a:fld>
            <a:endParaRPr lang="en-US">
              <a:latin typeface="Calibri"/>
            </a:endParaRPr>
          </a:p>
        </p:txBody>
      </p:sp>
      <p:sp>
        <p:nvSpPr>
          <p:cNvPr id="1030" name="Rectangle 43">
            <a:extLst>
              <a:ext uri="{FF2B5EF4-FFF2-40B4-BE49-F238E27FC236}">
                <a16:creationId xmlns:a16="http://schemas.microsoft.com/office/drawing/2014/main" id="{51285920-61B2-5810-A57B-8823BC396FF3}"/>
              </a:ext>
            </a:extLst>
          </p:cNvPr>
          <p:cNvSpPr>
            <a:spLocks noChangeArrowheads="1"/>
          </p:cNvSpPr>
          <p:nvPr/>
        </p:nvSpPr>
        <p:spPr bwMode="auto">
          <a:xfrm>
            <a:off x="7075311" y="1360312"/>
            <a:ext cx="2528888" cy="4519613"/>
          </a:xfrm>
          <a:prstGeom prst="rect">
            <a:avLst/>
          </a:prstGeom>
          <a:gradFill rotWithShape="0">
            <a:gsLst>
              <a:gs pos="0">
                <a:srgbClr val="FFFFFF"/>
              </a:gs>
              <a:gs pos="5000">
                <a:srgbClr val="FFFFFF"/>
              </a:gs>
              <a:gs pos="100000">
                <a:srgbClr val="F1F1F1"/>
              </a:gs>
            </a:gsLst>
            <a:lin ang="5400000" scaled="1"/>
          </a:gradFill>
          <a:ln>
            <a:noFill/>
          </a:ln>
          <a:extLst>
            <a:ext uri="{91240B29-F687-4F45-9708-019B960494DF}">
              <a14:hiddenLine xmlns:a14="http://schemas.microsoft.com/office/drawing/2010/main" w="25400" algn="ctr">
                <a:solidFill>
                  <a:srgbClr val="000000"/>
                </a:solidFill>
                <a:round/>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Clr>
                <a:schemeClr val="tx2"/>
              </a:buClr>
              <a:buSzPct val="80000"/>
              <a:buFontTx/>
              <a:buNone/>
            </a:pPr>
            <a:endParaRPr lang="en-US" altLang="en-US" sz="1600">
              <a:cs typeface="Arial" panose="020B0604020202020204" pitchFamily="34" charset="0"/>
            </a:endParaRPr>
          </a:p>
        </p:txBody>
      </p:sp>
      <p:graphicFrame>
        <p:nvGraphicFramePr>
          <p:cNvPr id="1026" name="Object 3">
            <a:extLst>
              <a:ext uri="{FF2B5EF4-FFF2-40B4-BE49-F238E27FC236}">
                <a16:creationId xmlns:a16="http://schemas.microsoft.com/office/drawing/2014/main" id="{4C6FE1FB-D970-A2F6-C52E-A2589B2F55BB}"/>
              </a:ext>
            </a:extLst>
          </p:cNvPr>
          <p:cNvGraphicFramePr>
            <a:graphicFrameLocks noChangeAspect="1"/>
          </p:cNvGraphicFramePr>
          <p:nvPr>
            <p:extLst>
              <p:ext uri="{D42A27DB-BD31-4B8C-83A1-F6EECF244321}">
                <p14:modId xmlns:p14="http://schemas.microsoft.com/office/powerpoint/2010/main" val="3130567030"/>
              </p:ext>
            </p:extLst>
          </p:nvPr>
        </p:nvGraphicFramePr>
        <p:xfrm>
          <a:off x="7324549" y="1874662"/>
          <a:ext cx="2233612" cy="3530600"/>
        </p:xfrm>
        <a:graphic>
          <a:graphicData uri="http://schemas.openxmlformats.org/presentationml/2006/ole">
            <mc:AlternateContent xmlns:mc="http://schemas.openxmlformats.org/markup-compatibility/2006">
              <mc:Choice xmlns:v="urn:schemas-microsoft-com:vml" Requires="v">
                <p:oleObj name="Chart" r:id="rId3" imgW="3438525" imgH="3533648" progId="MSGraph.Chart.8">
                  <p:embed followColorScheme="full"/>
                </p:oleObj>
              </mc:Choice>
              <mc:Fallback>
                <p:oleObj name="Chart" r:id="rId3" imgW="3438525" imgH="3533648" progId="MSGraph.Chart.8">
                  <p:embed followColorScheme="full"/>
                  <p:pic>
                    <p:nvPicPr>
                      <p:cNvPr id="1026" name="Object 3">
                        <a:extLst>
                          <a:ext uri="{FF2B5EF4-FFF2-40B4-BE49-F238E27FC236}">
                            <a16:creationId xmlns:a16="http://schemas.microsoft.com/office/drawing/2014/main" id="{4C6FE1FB-D970-A2F6-C52E-A2589B2F5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4549" y="1874662"/>
                        <a:ext cx="2233612" cy="353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1" name="Rectangle 5">
            <a:extLst>
              <a:ext uri="{FF2B5EF4-FFF2-40B4-BE49-F238E27FC236}">
                <a16:creationId xmlns:a16="http://schemas.microsoft.com/office/drawing/2014/main" id="{A4F82022-C732-AE4F-D4CA-CE903CCD0862}"/>
              </a:ext>
            </a:extLst>
          </p:cNvPr>
          <p:cNvSpPr>
            <a:spLocks noChangeArrowheads="1"/>
          </p:cNvSpPr>
          <p:nvPr/>
        </p:nvSpPr>
        <p:spPr bwMode="auto">
          <a:xfrm>
            <a:off x="7165799" y="5232225"/>
            <a:ext cx="2533650" cy="485775"/>
          </a:xfrm>
          <a:prstGeom prst="rect">
            <a:avLst/>
          </a:prstGeom>
          <a:solidFill>
            <a:srgbClr val="B6C7E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endParaRPr lang="en-US" altLang="en-US" sz="1000" b="1">
              <a:solidFill>
                <a:schemeClr val="bg1"/>
              </a:solidFill>
              <a:cs typeface="Arial" panose="020B0604020202020204" pitchFamily="34" charset="0"/>
            </a:endParaRPr>
          </a:p>
        </p:txBody>
      </p:sp>
      <p:sp>
        <p:nvSpPr>
          <p:cNvPr id="1032" name="Text Box 76">
            <a:extLst>
              <a:ext uri="{FF2B5EF4-FFF2-40B4-BE49-F238E27FC236}">
                <a16:creationId xmlns:a16="http://schemas.microsoft.com/office/drawing/2014/main" id="{C5312E5D-D3DF-20A1-7A85-C54F4E7025F8}"/>
              </a:ext>
            </a:extLst>
          </p:cNvPr>
          <p:cNvSpPr txBox="1">
            <a:spLocks noChangeArrowheads="1"/>
          </p:cNvSpPr>
          <p:nvPr/>
        </p:nvSpPr>
        <p:spPr bwMode="auto">
          <a:xfrm>
            <a:off x="7200724" y="5262387"/>
            <a:ext cx="247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r>
              <a:rPr lang="en-US" altLang="en-US" sz="1400" b="1">
                <a:cs typeface="Arial" panose="020B0604020202020204" pitchFamily="34" charset="0"/>
              </a:rPr>
              <a:t>Business Loss Due to Datacenter Outage**</a:t>
            </a:r>
          </a:p>
        </p:txBody>
      </p:sp>
      <p:sp>
        <p:nvSpPr>
          <p:cNvPr id="1033" name="Rectangle 6">
            <a:extLst>
              <a:ext uri="{FF2B5EF4-FFF2-40B4-BE49-F238E27FC236}">
                <a16:creationId xmlns:a16="http://schemas.microsoft.com/office/drawing/2014/main" id="{E8C4B6BE-8235-0806-8BC2-57B30B7B9D63}"/>
              </a:ext>
            </a:extLst>
          </p:cNvPr>
          <p:cNvSpPr>
            <a:spLocks noChangeArrowheads="1"/>
          </p:cNvSpPr>
          <p:nvPr/>
        </p:nvSpPr>
        <p:spPr bwMode="auto">
          <a:xfrm>
            <a:off x="4368624" y="1373012"/>
            <a:ext cx="2528887" cy="4519613"/>
          </a:xfrm>
          <a:prstGeom prst="rect">
            <a:avLst/>
          </a:prstGeom>
          <a:gradFill rotWithShape="0">
            <a:gsLst>
              <a:gs pos="0">
                <a:srgbClr val="FFFFFF"/>
              </a:gs>
              <a:gs pos="5000">
                <a:srgbClr val="FFFFFF"/>
              </a:gs>
              <a:gs pos="100000">
                <a:srgbClr val="F1F1F1"/>
              </a:gs>
            </a:gsLst>
            <a:lin ang="5400000" scaled="1"/>
          </a:gradFill>
          <a:ln>
            <a:noFill/>
          </a:ln>
          <a:extLst>
            <a:ext uri="{91240B29-F687-4F45-9708-019B960494DF}">
              <a14:hiddenLine xmlns:a14="http://schemas.microsoft.com/office/drawing/2010/main" w="25400" algn="ctr">
                <a:solidFill>
                  <a:srgbClr val="000000"/>
                </a:solidFill>
                <a:round/>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Clr>
                <a:schemeClr val="tx2"/>
              </a:buClr>
              <a:buSzPct val="80000"/>
              <a:buFontTx/>
              <a:buNone/>
            </a:pPr>
            <a:endParaRPr lang="en-US" altLang="en-US" sz="1600">
              <a:cs typeface="Arial" panose="020B0604020202020204" pitchFamily="34" charset="0"/>
            </a:endParaRPr>
          </a:p>
        </p:txBody>
      </p:sp>
      <p:sp>
        <p:nvSpPr>
          <p:cNvPr id="1034" name="Rectangle 7">
            <a:extLst>
              <a:ext uri="{FF2B5EF4-FFF2-40B4-BE49-F238E27FC236}">
                <a16:creationId xmlns:a16="http://schemas.microsoft.com/office/drawing/2014/main" id="{FC1EF56C-AA84-1FD8-C639-8E134CAFE974}"/>
              </a:ext>
            </a:extLst>
          </p:cNvPr>
          <p:cNvSpPr>
            <a:spLocks noChangeArrowheads="1"/>
          </p:cNvSpPr>
          <p:nvPr/>
        </p:nvSpPr>
        <p:spPr bwMode="auto">
          <a:xfrm>
            <a:off x="4368624" y="5217937"/>
            <a:ext cx="2533650" cy="485775"/>
          </a:xfrm>
          <a:prstGeom prst="rect">
            <a:avLst/>
          </a:prstGeom>
          <a:solidFill>
            <a:srgbClr val="B6C7E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endParaRPr lang="en-US" altLang="en-US" sz="1000" b="1">
              <a:solidFill>
                <a:schemeClr val="bg1"/>
              </a:solidFill>
              <a:cs typeface="Arial" panose="020B0604020202020204" pitchFamily="34" charset="0"/>
            </a:endParaRPr>
          </a:p>
        </p:txBody>
      </p:sp>
      <p:sp>
        <p:nvSpPr>
          <p:cNvPr id="1035" name="Text Box 8">
            <a:extLst>
              <a:ext uri="{FF2B5EF4-FFF2-40B4-BE49-F238E27FC236}">
                <a16:creationId xmlns:a16="http://schemas.microsoft.com/office/drawing/2014/main" id="{C493C657-BD3C-CE05-633C-267B7AD07E5B}"/>
              </a:ext>
            </a:extLst>
          </p:cNvPr>
          <p:cNvSpPr txBox="1">
            <a:spLocks noChangeArrowheads="1"/>
          </p:cNvSpPr>
          <p:nvPr/>
        </p:nvSpPr>
        <p:spPr bwMode="auto">
          <a:xfrm>
            <a:off x="4473399" y="5357637"/>
            <a:ext cx="2333625"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r>
              <a:rPr lang="en-US" altLang="en-US" sz="1400" b="1">
                <a:cs typeface="Arial" panose="020B0604020202020204" pitchFamily="34" charset="0"/>
              </a:rPr>
              <a:t>Sys Admin per 100 Apps*</a:t>
            </a:r>
          </a:p>
        </p:txBody>
      </p:sp>
      <p:sp>
        <p:nvSpPr>
          <p:cNvPr id="1036" name="Text Box 7">
            <a:extLst>
              <a:ext uri="{FF2B5EF4-FFF2-40B4-BE49-F238E27FC236}">
                <a16:creationId xmlns:a16="http://schemas.microsoft.com/office/drawing/2014/main" id="{2114552A-C352-62DF-60A2-ADCE5BBC2F35}"/>
              </a:ext>
            </a:extLst>
          </p:cNvPr>
          <p:cNvSpPr txBox="1">
            <a:spLocks noChangeArrowheads="1"/>
          </p:cNvSpPr>
          <p:nvPr/>
        </p:nvSpPr>
        <p:spPr bwMode="auto">
          <a:xfrm>
            <a:off x="639763" y="6003925"/>
            <a:ext cx="102427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Clr>
                <a:schemeClr val="tx2"/>
              </a:buClr>
              <a:buSzPct val="80000"/>
              <a:buFontTx/>
              <a:buNone/>
            </a:pPr>
            <a:r>
              <a:rPr lang="en-US" altLang="en-US" sz="1400" dirty="0">
                <a:cs typeface="Arial" panose="020B0604020202020204" pitchFamily="34" charset="0"/>
              </a:rPr>
              <a:t>* Source: IDC and VMware TAM program</a:t>
            </a:r>
          </a:p>
          <a:p>
            <a:pPr eaLnBrk="1" hangingPunct="1">
              <a:spcBef>
                <a:spcPct val="0"/>
              </a:spcBef>
              <a:buClr>
                <a:schemeClr val="tx2"/>
              </a:buClr>
              <a:buSzPct val="80000"/>
              <a:buFontTx/>
              <a:buNone/>
            </a:pPr>
            <a:r>
              <a:rPr lang="en-US" altLang="en-US" sz="1400" dirty="0">
                <a:cs typeface="Arial" panose="020B0604020202020204" pitchFamily="34" charset="0"/>
              </a:rPr>
              <a:t>** Source: VMware customer – a $2bn insurance company. Estimates based on 40 </a:t>
            </a:r>
            <a:r>
              <a:rPr lang="en-US" altLang="en-US" sz="1400" dirty="0" err="1">
                <a:cs typeface="Arial" panose="020B0604020202020204" pitchFamily="34" charset="0"/>
              </a:rPr>
              <a:t>hrs</a:t>
            </a:r>
            <a:r>
              <a:rPr lang="en-US" altLang="en-US" sz="1400" dirty="0">
                <a:cs typeface="Arial" panose="020B0604020202020204" pitchFamily="34" charset="0"/>
              </a:rPr>
              <a:t> needed to recover before virtualizing and 4.5 </a:t>
            </a:r>
            <a:r>
              <a:rPr lang="en-US" altLang="en-US" sz="1400" dirty="0" err="1">
                <a:cs typeface="Arial" panose="020B0604020202020204" pitchFamily="34" charset="0"/>
              </a:rPr>
              <a:t>hrs</a:t>
            </a:r>
            <a:r>
              <a:rPr lang="en-US" altLang="en-US" sz="1400" dirty="0">
                <a:cs typeface="Arial" panose="020B0604020202020204" pitchFamily="34" charset="0"/>
              </a:rPr>
              <a:t> needed for the same recovery after virtualization. </a:t>
            </a:r>
          </a:p>
        </p:txBody>
      </p:sp>
      <p:sp>
        <p:nvSpPr>
          <p:cNvPr id="1037" name="Rectangle 10">
            <a:extLst>
              <a:ext uri="{FF2B5EF4-FFF2-40B4-BE49-F238E27FC236}">
                <a16:creationId xmlns:a16="http://schemas.microsoft.com/office/drawing/2014/main" id="{76B1CB3F-A93D-1851-083E-03C798D7FC17}"/>
              </a:ext>
            </a:extLst>
          </p:cNvPr>
          <p:cNvSpPr>
            <a:spLocks noChangeArrowheads="1"/>
          </p:cNvSpPr>
          <p:nvPr/>
        </p:nvSpPr>
        <p:spPr bwMode="auto">
          <a:xfrm>
            <a:off x="1542874" y="1358725"/>
            <a:ext cx="2528887" cy="4519612"/>
          </a:xfrm>
          <a:prstGeom prst="rect">
            <a:avLst/>
          </a:prstGeom>
          <a:gradFill rotWithShape="0">
            <a:gsLst>
              <a:gs pos="0">
                <a:srgbClr val="FFFFFF"/>
              </a:gs>
              <a:gs pos="5000">
                <a:srgbClr val="FFFFFF"/>
              </a:gs>
              <a:gs pos="100000">
                <a:srgbClr val="F1F1F1"/>
              </a:gs>
            </a:gsLst>
            <a:lin ang="5400000" scaled="1"/>
          </a:gradFill>
          <a:ln>
            <a:noFill/>
          </a:ln>
          <a:extLst>
            <a:ext uri="{91240B29-F687-4F45-9708-019B960494DF}">
              <a14:hiddenLine xmlns:a14="http://schemas.microsoft.com/office/drawing/2010/main" w="25400" algn="ctr">
                <a:solidFill>
                  <a:srgbClr val="000000"/>
                </a:solidFill>
                <a:round/>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Clr>
                <a:schemeClr val="tx2"/>
              </a:buClr>
              <a:buSzPct val="80000"/>
              <a:buFontTx/>
              <a:buNone/>
            </a:pPr>
            <a:endParaRPr lang="en-US" altLang="en-US" sz="1600">
              <a:cs typeface="Arial" panose="020B0604020202020204" pitchFamily="34" charset="0"/>
            </a:endParaRPr>
          </a:p>
        </p:txBody>
      </p:sp>
      <p:sp>
        <p:nvSpPr>
          <p:cNvPr id="1038" name="Rectangle 11">
            <a:extLst>
              <a:ext uri="{FF2B5EF4-FFF2-40B4-BE49-F238E27FC236}">
                <a16:creationId xmlns:a16="http://schemas.microsoft.com/office/drawing/2014/main" id="{9987B5D5-7F63-8F8A-B584-A17BCA1F6F61}"/>
              </a:ext>
            </a:extLst>
          </p:cNvPr>
          <p:cNvSpPr>
            <a:spLocks noChangeArrowheads="1"/>
          </p:cNvSpPr>
          <p:nvPr/>
        </p:nvSpPr>
        <p:spPr bwMode="auto">
          <a:xfrm>
            <a:off x="1542874" y="5203650"/>
            <a:ext cx="2533650" cy="485775"/>
          </a:xfrm>
          <a:prstGeom prst="rect">
            <a:avLst/>
          </a:prstGeom>
          <a:solidFill>
            <a:srgbClr val="B6C7E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endParaRPr lang="en-US" altLang="en-US" sz="1000" b="1">
              <a:solidFill>
                <a:schemeClr val="bg1"/>
              </a:solidFill>
              <a:cs typeface="Arial" panose="020B0604020202020204" pitchFamily="34" charset="0"/>
            </a:endParaRPr>
          </a:p>
        </p:txBody>
      </p:sp>
      <p:sp>
        <p:nvSpPr>
          <p:cNvPr id="1039" name="Text Box 12">
            <a:extLst>
              <a:ext uri="{FF2B5EF4-FFF2-40B4-BE49-F238E27FC236}">
                <a16:creationId xmlns:a16="http://schemas.microsoft.com/office/drawing/2014/main" id="{128F0241-60D0-753E-38ED-54E5AD4A6799}"/>
              </a:ext>
            </a:extLst>
          </p:cNvPr>
          <p:cNvSpPr txBox="1">
            <a:spLocks noChangeArrowheads="1"/>
          </p:cNvSpPr>
          <p:nvPr/>
        </p:nvSpPr>
        <p:spPr bwMode="auto">
          <a:xfrm>
            <a:off x="1561924" y="5357637"/>
            <a:ext cx="249555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r>
              <a:rPr lang="en-US" altLang="en-US" sz="1400" b="1">
                <a:cs typeface="Arial" panose="020B0604020202020204" pitchFamily="34" charset="0"/>
              </a:rPr>
              <a:t>Infrastructure Cost per App</a:t>
            </a:r>
          </a:p>
        </p:txBody>
      </p:sp>
      <p:graphicFrame>
        <p:nvGraphicFramePr>
          <p:cNvPr id="1027" name="Object 14">
            <a:extLst>
              <a:ext uri="{FF2B5EF4-FFF2-40B4-BE49-F238E27FC236}">
                <a16:creationId xmlns:a16="http://schemas.microsoft.com/office/drawing/2014/main" id="{F93F8B3D-4D76-282E-549D-D8380CA230A8}"/>
              </a:ext>
            </a:extLst>
          </p:cNvPr>
          <p:cNvGraphicFramePr>
            <a:graphicFrameLocks noChangeAspect="1"/>
          </p:cNvGraphicFramePr>
          <p:nvPr>
            <p:extLst>
              <p:ext uri="{D42A27DB-BD31-4B8C-83A1-F6EECF244321}">
                <p14:modId xmlns:p14="http://schemas.microsoft.com/office/powerpoint/2010/main" val="2953588618"/>
              </p:ext>
            </p:extLst>
          </p:nvPr>
        </p:nvGraphicFramePr>
        <p:xfrm>
          <a:off x="4462286" y="1877837"/>
          <a:ext cx="2233613" cy="3530600"/>
        </p:xfrm>
        <a:graphic>
          <a:graphicData uri="http://schemas.openxmlformats.org/presentationml/2006/ole">
            <mc:AlternateContent xmlns:mc="http://schemas.openxmlformats.org/markup-compatibility/2006">
              <mc:Choice xmlns:v="urn:schemas-microsoft-com:vml" Requires="v">
                <p:oleObj name="Chart" r:id="rId5" imgW="3438525" imgH="3533648" progId="MSGraph.Chart.8">
                  <p:embed followColorScheme="full"/>
                </p:oleObj>
              </mc:Choice>
              <mc:Fallback>
                <p:oleObj name="Chart" r:id="rId5" imgW="3438525" imgH="3533648" progId="MSGraph.Chart.8">
                  <p:embed followColorScheme="full"/>
                  <p:pic>
                    <p:nvPicPr>
                      <p:cNvPr id="1027" name="Object 14">
                        <a:extLst>
                          <a:ext uri="{FF2B5EF4-FFF2-40B4-BE49-F238E27FC236}">
                            <a16:creationId xmlns:a16="http://schemas.microsoft.com/office/drawing/2014/main" id="{F93F8B3D-4D76-282E-549D-D8380CA230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2286" y="1877837"/>
                        <a:ext cx="2233613" cy="353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0" name="Text Box 62">
            <a:extLst>
              <a:ext uri="{FF2B5EF4-FFF2-40B4-BE49-F238E27FC236}">
                <a16:creationId xmlns:a16="http://schemas.microsoft.com/office/drawing/2014/main" id="{A6ECB0AD-75DA-3EEE-2CD8-B80B47D8CA1C}"/>
              </a:ext>
            </a:extLst>
          </p:cNvPr>
          <p:cNvSpPr txBox="1">
            <a:spLocks noChangeArrowheads="1"/>
          </p:cNvSpPr>
          <p:nvPr/>
        </p:nvSpPr>
        <p:spPr bwMode="auto">
          <a:xfrm>
            <a:off x="1563511" y="1401587"/>
            <a:ext cx="2498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Clr>
                <a:schemeClr val="tx2"/>
              </a:buClr>
              <a:buSzPct val="80000"/>
              <a:buFontTx/>
              <a:buNone/>
            </a:pPr>
            <a:r>
              <a:rPr lang="en-US" altLang="en-US" sz="1400" b="1">
                <a:solidFill>
                  <a:srgbClr val="00B0F0"/>
                </a:solidFill>
                <a:cs typeface="Arial" panose="020B0604020202020204" pitchFamily="34" charset="0"/>
              </a:rPr>
              <a:t>Reduction in Datacenter Capital Expense</a:t>
            </a:r>
          </a:p>
        </p:txBody>
      </p:sp>
      <p:sp>
        <p:nvSpPr>
          <p:cNvPr id="57" name="Text Box 36">
            <a:extLst>
              <a:ext uri="{FF2B5EF4-FFF2-40B4-BE49-F238E27FC236}">
                <a16:creationId xmlns:a16="http://schemas.microsoft.com/office/drawing/2014/main" id="{CE51E7A7-81B6-A8F9-0E8B-14221FA58ABA}"/>
              </a:ext>
            </a:extLst>
          </p:cNvPr>
          <p:cNvSpPr txBox="1">
            <a:spLocks noChangeArrowheads="1"/>
          </p:cNvSpPr>
          <p:nvPr/>
        </p:nvSpPr>
        <p:spPr bwMode="auto">
          <a:xfrm>
            <a:off x="4721049" y="2068337"/>
            <a:ext cx="735012" cy="284163"/>
          </a:xfrm>
          <a:prstGeom prst="rect">
            <a:avLst/>
          </a:prstGeom>
          <a:noFill/>
          <a:ln w="9525" algn="ctr">
            <a:noFill/>
            <a:miter lim="800000"/>
            <a:headEnd/>
            <a:tailEnd/>
          </a:ln>
          <a:effectLst>
            <a:prstShdw prst="shdw17" dist="17961" dir="2700000">
              <a:schemeClr val="accent1">
                <a:gamma/>
                <a:shade val="60000"/>
                <a:invGamma/>
                <a:alpha val="50000"/>
              </a:schemeClr>
            </a:prstShdw>
          </a:effectLst>
        </p:spPr>
        <p:txBody>
          <a:bodyPr wrap="none">
            <a:spAutoFit/>
          </a:bodyPr>
          <a:lstStyle/>
          <a:p>
            <a:pPr algn="ctr">
              <a:lnSpc>
                <a:spcPct val="90000"/>
              </a:lnSpc>
              <a:spcBef>
                <a:spcPct val="0"/>
              </a:spcBef>
              <a:buClr>
                <a:schemeClr val="tx2"/>
              </a:buClr>
              <a:buSzPct val="80000"/>
              <a:buFontTx/>
              <a:buNone/>
              <a:defRPr/>
            </a:pPr>
            <a:r>
              <a:rPr lang="en-US" sz="1400" b="1" dirty="0">
                <a:solidFill>
                  <a:schemeClr val="tx2"/>
                </a:solidFill>
                <a:latin typeface="Arial" charset="0"/>
                <a:ea typeface="Arial Unicode MS" pitchFamily="34" charset="-128"/>
                <a:cs typeface="Arial Unicode MS" pitchFamily="34" charset="-128"/>
              </a:rPr>
              <a:t>2.0-3.0</a:t>
            </a:r>
          </a:p>
        </p:txBody>
      </p:sp>
      <p:graphicFrame>
        <p:nvGraphicFramePr>
          <p:cNvPr id="1028" name="Object 17">
            <a:extLst>
              <a:ext uri="{FF2B5EF4-FFF2-40B4-BE49-F238E27FC236}">
                <a16:creationId xmlns:a16="http://schemas.microsoft.com/office/drawing/2014/main" id="{D39D1C76-AEC0-CCAE-BAB0-2D8E282810B1}"/>
              </a:ext>
            </a:extLst>
          </p:cNvPr>
          <p:cNvGraphicFramePr>
            <a:graphicFrameLocks noChangeAspect="1"/>
          </p:cNvGraphicFramePr>
          <p:nvPr>
            <p:extLst>
              <p:ext uri="{D42A27DB-BD31-4B8C-83A1-F6EECF244321}">
                <p14:modId xmlns:p14="http://schemas.microsoft.com/office/powerpoint/2010/main" val="3220153303"/>
              </p:ext>
            </p:extLst>
          </p:nvPr>
        </p:nvGraphicFramePr>
        <p:xfrm>
          <a:off x="1601611" y="1877837"/>
          <a:ext cx="2233613" cy="3530600"/>
        </p:xfrm>
        <a:graphic>
          <a:graphicData uri="http://schemas.openxmlformats.org/presentationml/2006/ole">
            <mc:AlternateContent xmlns:mc="http://schemas.openxmlformats.org/markup-compatibility/2006">
              <mc:Choice xmlns:v="urn:schemas-microsoft-com:vml" Requires="v">
                <p:oleObj name="Chart" r:id="rId7" imgW="3438525" imgH="3533648" progId="MSGraph.Chart.8">
                  <p:embed followColorScheme="full"/>
                </p:oleObj>
              </mc:Choice>
              <mc:Fallback>
                <p:oleObj name="Chart" r:id="rId7" imgW="3438525" imgH="3533648" progId="MSGraph.Chart.8">
                  <p:embed followColorScheme="full"/>
                  <p:pic>
                    <p:nvPicPr>
                      <p:cNvPr id="1028" name="Object 17">
                        <a:extLst>
                          <a:ext uri="{FF2B5EF4-FFF2-40B4-BE49-F238E27FC236}">
                            <a16:creationId xmlns:a16="http://schemas.microsoft.com/office/drawing/2014/main" id="{D39D1C76-AEC0-CCAE-BAB0-2D8E282810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1611" y="1877837"/>
                        <a:ext cx="2233613" cy="353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2" name="Right Arrow 44">
            <a:extLst>
              <a:ext uri="{FF2B5EF4-FFF2-40B4-BE49-F238E27FC236}">
                <a16:creationId xmlns:a16="http://schemas.microsoft.com/office/drawing/2014/main" id="{D5A76AF6-9A5D-B505-179A-D1090189CB51}"/>
              </a:ext>
            </a:extLst>
          </p:cNvPr>
          <p:cNvSpPr>
            <a:spLocks noChangeArrowheads="1"/>
          </p:cNvSpPr>
          <p:nvPr/>
        </p:nvSpPr>
        <p:spPr bwMode="auto">
          <a:xfrm rot="4183881">
            <a:off x="2200893" y="2781918"/>
            <a:ext cx="1182688" cy="187325"/>
          </a:xfrm>
          <a:prstGeom prst="rightArrow">
            <a:avLst>
              <a:gd name="adj1" fmla="val 69676"/>
              <a:gd name="adj2" fmla="val 74155"/>
            </a:avLst>
          </a:prstGeom>
          <a:gradFill rotWithShape="0">
            <a:gsLst>
              <a:gs pos="0">
                <a:srgbClr val="002469"/>
              </a:gs>
              <a:gs pos="100000">
                <a:srgbClr val="E5EBF4">
                  <a:alpha val="0"/>
                </a:srgbClr>
              </a:gs>
            </a:gsLst>
            <a:lin ang="10800000"/>
          </a:gradFill>
          <a:ln>
            <a:noFill/>
          </a:ln>
          <a:extLst>
            <a:ext uri="{91240B29-F687-4F45-9708-019B960494DF}">
              <a14:hiddenLine xmlns:a14="http://schemas.microsoft.com/office/drawing/2010/main" w="25400" cap="sq" algn="ctr">
                <a:solidFill>
                  <a:srgbClr val="000000"/>
                </a:solidFill>
                <a:round/>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endParaRPr lang="en-US" altLang="en-US" sz="1600">
              <a:cs typeface="Arial" panose="020B0604020202020204" pitchFamily="34" charset="0"/>
            </a:endParaRPr>
          </a:p>
        </p:txBody>
      </p:sp>
      <p:sp>
        <p:nvSpPr>
          <p:cNvPr id="55" name="Text Box 9">
            <a:extLst>
              <a:ext uri="{FF2B5EF4-FFF2-40B4-BE49-F238E27FC236}">
                <a16:creationId xmlns:a16="http://schemas.microsoft.com/office/drawing/2014/main" id="{185034DC-B30F-950F-FCAB-16BF8CA7B7CF}"/>
              </a:ext>
            </a:extLst>
          </p:cNvPr>
          <p:cNvSpPr txBox="1">
            <a:spLocks noChangeArrowheads="1"/>
          </p:cNvSpPr>
          <p:nvPr/>
        </p:nvSpPr>
        <p:spPr bwMode="auto">
          <a:xfrm>
            <a:off x="1822274" y="1992137"/>
            <a:ext cx="823912" cy="284163"/>
          </a:xfrm>
          <a:prstGeom prst="rect">
            <a:avLst/>
          </a:prstGeom>
          <a:noFill/>
          <a:ln w="9525" algn="ctr">
            <a:noFill/>
            <a:miter lim="800000"/>
            <a:headEnd/>
            <a:tailEnd/>
          </a:ln>
          <a:effectLst>
            <a:prstShdw prst="shdw17" dist="17961" dir="2700000">
              <a:schemeClr val="accent1">
                <a:gamma/>
                <a:shade val="60000"/>
                <a:invGamma/>
                <a:alpha val="50000"/>
              </a:schemeClr>
            </a:prstShdw>
          </a:effectLst>
        </p:spPr>
        <p:txBody>
          <a:bodyPr wrap="none">
            <a:spAutoFit/>
          </a:bodyPr>
          <a:lstStyle/>
          <a:p>
            <a:pPr algn="ctr">
              <a:lnSpc>
                <a:spcPct val="90000"/>
              </a:lnSpc>
              <a:spcBef>
                <a:spcPct val="0"/>
              </a:spcBef>
              <a:buClr>
                <a:schemeClr val="tx2"/>
              </a:buClr>
              <a:buSzPct val="80000"/>
              <a:buFontTx/>
              <a:buNone/>
              <a:defRPr/>
            </a:pPr>
            <a:r>
              <a:rPr lang="en-US" sz="1400" b="1" dirty="0">
                <a:solidFill>
                  <a:schemeClr val="tx2"/>
                </a:solidFill>
                <a:latin typeface="Arial" charset="0"/>
                <a:ea typeface="Arial Unicode MS" pitchFamily="34" charset="-128"/>
                <a:cs typeface="Arial Unicode MS" pitchFamily="34" charset="-128"/>
              </a:rPr>
              <a:t>$14,235</a:t>
            </a:r>
          </a:p>
        </p:txBody>
      </p:sp>
      <p:sp>
        <p:nvSpPr>
          <p:cNvPr id="56" name="Text Box 12">
            <a:extLst>
              <a:ext uri="{FF2B5EF4-FFF2-40B4-BE49-F238E27FC236}">
                <a16:creationId xmlns:a16="http://schemas.microsoft.com/office/drawing/2014/main" id="{B66968E1-FDCE-4207-9DE2-9B186409D8F8}"/>
              </a:ext>
            </a:extLst>
          </p:cNvPr>
          <p:cNvSpPr txBox="1">
            <a:spLocks noChangeArrowheads="1"/>
          </p:cNvSpPr>
          <p:nvPr/>
        </p:nvSpPr>
        <p:spPr bwMode="auto">
          <a:xfrm>
            <a:off x="2870024" y="3438350"/>
            <a:ext cx="725487" cy="284162"/>
          </a:xfrm>
          <a:prstGeom prst="rect">
            <a:avLst/>
          </a:prstGeom>
          <a:noFill/>
          <a:ln w="9525" algn="ctr">
            <a:noFill/>
            <a:miter lim="800000"/>
            <a:headEnd/>
            <a:tailEnd/>
          </a:ln>
          <a:effectLst>
            <a:prstShdw prst="shdw17" dist="17961" dir="2700000">
              <a:schemeClr val="accent1">
                <a:gamma/>
                <a:shade val="60000"/>
                <a:invGamma/>
                <a:alpha val="50000"/>
              </a:schemeClr>
            </a:prstShdw>
          </a:effectLst>
        </p:spPr>
        <p:txBody>
          <a:bodyPr wrap="none">
            <a:spAutoFit/>
          </a:bodyPr>
          <a:lstStyle/>
          <a:p>
            <a:pPr algn="ctr">
              <a:lnSpc>
                <a:spcPct val="90000"/>
              </a:lnSpc>
              <a:spcBef>
                <a:spcPct val="0"/>
              </a:spcBef>
              <a:buClr>
                <a:schemeClr val="tx2"/>
              </a:buClr>
              <a:buSzPct val="80000"/>
              <a:buFontTx/>
              <a:buNone/>
              <a:defRPr/>
            </a:pPr>
            <a:r>
              <a:rPr lang="en-US" sz="1400" b="1" dirty="0">
                <a:solidFill>
                  <a:schemeClr val="tx2"/>
                </a:solidFill>
                <a:latin typeface="Arial" charset="0"/>
                <a:ea typeface="Arial Unicode MS" pitchFamily="34" charset="-128"/>
                <a:cs typeface="Arial Unicode MS" pitchFamily="34" charset="-128"/>
              </a:rPr>
              <a:t>$5,694</a:t>
            </a:r>
          </a:p>
        </p:txBody>
      </p:sp>
      <p:sp>
        <p:nvSpPr>
          <p:cNvPr id="58" name="Text Box 41">
            <a:extLst>
              <a:ext uri="{FF2B5EF4-FFF2-40B4-BE49-F238E27FC236}">
                <a16:creationId xmlns:a16="http://schemas.microsoft.com/office/drawing/2014/main" id="{E3A59C0A-E310-454E-E06C-542584A2A8B3}"/>
              </a:ext>
            </a:extLst>
          </p:cNvPr>
          <p:cNvSpPr txBox="1">
            <a:spLocks noChangeArrowheads="1"/>
          </p:cNvSpPr>
          <p:nvPr/>
        </p:nvSpPr>
        <p:spPr bwMode="auto">
          <a:xfrm>
            <a:off x="5684661" y="3630437"/>
            <a:ext cx="873125" cy="284163"/>
          </a:xfrm>
          <a:prstGeom prst="rect">
            <a:avLst/>
          </a:prstGeom>
          <a:noFill/>
          <a:ln w="9525" algn="ctr">
            <a:noFill/>
            <a:miter lim="800000"/>
            <a:headEnd/>
            <a:tailEnd/>
          </a:ln>
          <a:effectLst>
            <a:prstShdw prst="shdw17" dist="17961" dir="2700000">
              <a:schemeClr val="accent1">
                <a:gamma/>
                <a:shade val="60000"/>
                <a:invGamma/>
                <a:alpha val="50000"/>
              </a:schemeClr>
            </a:prstShdw>
          </a:effectLst>
        </p:spPr>
        <p:txBody>
          <a:bodyPr wrap="none">
            <a:spAutoFit/>
          </a:bodyPr>
          <a:lstStyle/>
          <a:p>
            <a:pPr algn="ctr">
              <a:lnSpc>
                <a:spcPct val="90000"/>
              </a:lnSpc>
              <a:spcBef>
                <a:spcPct val="0"/>
              </a:spcBef>
              <a:buClr>
                <a:schemeClr val="tx2"/>
              </a:buClr>
              <a:buSzPct val="80000"/>
              <a:buFontTx/>
              <a:buNone/>
              <a:defRPr/>
            </a:pPr>
            <a:r>
              <a:rPr lang="en-US" sz="1400" b="1" dirty="0">
                <a:solidFill>
                  <a:schemeClr val="tx2"/>
                </a:solidFill>
                <a:latin typeface="Arial" charset="0"/>
                <a:ea typeface="Arial Unicode MS" pitchFamily="34" charset="-128"/>
                <a:cs typeface="Arial Unicode MS" pitchFamily="34" charset="-128"/>
              </a:rPr>
              <a:t>0.3 – 1.0</a:t>
            </a:r>
          </a:p>
        </p:txBody>
      </p:sp>
      <p:sp>
        <p:nvSpPr>
          <p:cNvPr id="1046" name="Text Box 21">
            <a:extLst>
              <a:ext uri="{FF2B5EF4-FFF2-40B4-BE49-F238E27FC236}">
                <a16:creationId xmlns:a16="http://schemas.microsoft.com/office/drawing/2014/main" id="{FCAC7AD9-E448-393C-A41C-7978BD254174}"/>
              </a:ext>
            </a:extLst>
          </p:cNvPr>
          <p:cNvSpPr txBox="1">
            <a:spLocks noChangeArrowheads="1"/>
          </p:cNvSpPr>
          <p:nvPr/>
        </p:nvSpPr>
        <p:spPr bwMode="auto">
          <a:xfrm>
            <a:off x="4367036" y="1401587"/>
            <a:ext cx="2544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Clr>
                <a:schemeClr val="tx2"/>
              </a:buClr>
              <a:buSzPct val="80000"/>
              <a:buFontTx/>
              <a:buNone/>
            </a:pPr>
            <a:r>
              <a:rPr lang="en-US" altLang="en-US" sz="1400" b="1">
                <a:solidFill>
                  <a:srgbClr val="00B0F0"/>
                </a:solidFill>
                <a:cs typeface="Arial" panose="020B0604020202020204" pitchFamily="34" charset="0"/>
              </a:rPr>
              <a:t>Reduction in Datacenter Operating Expense</a:t>
            </a:r>
          </a:p>
        </p:txBody>
      </p:sp>
      <p:sp>
        <p:nvSpPr>
          <p:cNvPr id="4" name="Text Box 22">
            <a:extLst>
              <a:ext uri="{FF2B5EF4-FFF2-40B4-BE49-F238E27FC236}">
                <a16:creationId xmlns:a16="http://schemas.microsoft.com/office/drawing/2014/main" id="{F44B2267-CADA-D126-BF12-6E8BD48FCFC0}"/>
              </a:ext>
            </a:extLst>
          </p:cNvPr>
          <p:cNvSpPr txBox="1">
            <a:spLocks noChangeArrowheads="1"/>
          </p:cNvSpPr>
          <p:nvPr/>
        </p:nvSpPr>
        <p:spPr bwMode="auto">
          <a:xfrm>
            <a:off x="7526161" y="2098500"/>
            <a:ext cx="823913" cy="284162"/>
          </a:xfrm>
          <a:prstGeom prst="rect">
            <a:avLst/>
          </a:prstGeom>
          <a:noFill/>
          <a:ln w="9525" algn="ctr">
            <a:noFill/>
            <a:miter lim="800000"/>
            <a:headEnd/>
            <a:tailEnd/>
          </a:ln>
          <a:effectLst>
            <a:prstShdw prst="shdw17" dist="17961" dir="2700000">
              <a:schemeClr val="accent1">
                <a:gamma/>
                <a:shade val="60000"/>
                <a:invGamma/>
                <a:alpha val="50000"/>
              </a:schemeClr>
            </a:prstShdw>
          </a:effectLst>
        </p:spPr>
        <p:txBody>
          <a:bodyPr wrap="none">
            <a:spAutoFit/>
          </a:bodyPr>
          <a:lstStyle/>
          <a:p>
            <a:pPr algn="ctr">
              <a:lnSpc>
                <a:spcPct val="90000"/>
              </a:lnSpc>
              <a:spcBef>
                <a:spcPct val="0"/>
              </a:spcBef>
              <a:buClr>
                <a:schemeClr val="tx2"/>
              </a:buClr>
              <a:buSzPct val="80000"/>
              <a:buFontTx/>
              <a:buNone/>
              <a:defRPr/>
            </a:pPr>
            <a:r>
              <a:rPr lang="en-US" sz="1400" b="1" dirty="0">
                <a:solidFill>
                  <a:schemeClr val="tx2"/>
                </a:solidFill>
                <a:latin typeface="Arial" charset="0"/>
                <a:ea typeface="Arial Unicode MS" pitchFamily="34" charset="-128"/>
                <a:cs typeface="Arial Unicode MS" pitchFamily="34" charset="-128"/>
              </a:rPr>
              <a:t>$30 MM</a:t>
            </a:r>
          </a:p>
        </p:txBody>
      </p:sp>
      <p:sp>
        <p:nvSpPr>
          <p:cNvPr id="5" name="Text Box 23">
            <a:extLst>
              <a:ext uri="{FF2B5EF4-FFF2-40B4-BE49-F238E27FC236}">
                <a16:creationId xmlns:a16="http://schemas.microsoft.com/office/drawing/2014/main" id="{570924FC-FE3F-8E6A-1EE2-9A98B2AE5EE9}"/>
              </a:ext>
            </a:extLst>
          </p:cNvPr>
          <p:cNvSpPr txBox="1">
            <a:spLocks noChangeArrowheads="1"/>
          </p:cNvSpPr>
          <p:nvPr/>
        </p:nvSpPr>
        <p:spPr bwMode="auto">
          <a:xfrm>
            <a:off x="8573911" y="4097162"/>
            <a:ext cx="725488" cy="284163"/>
          </a:xfrm>
          <a:prstGeom prst="rect">
            <a:avLst/>
          </a:prstGeom>
          <a:noFill/>
          <a:ln w="9525" algn="ctr">
            <a:noFill/>
            <a:miter lim="800000"/>
            <a:headEnd/>
            <a:tailEnd/>
          </a:ln>
          <a:effectLst>
            <a:prstShdw prst="shdw17" dist="17961" dir="2700000">
              <a:schemeClr val="accent1">
                <a:gamma/>
                <a:shade val="60000"/>
                <a:invGamma/>
                <a:alpha val="50000"/>
              </a:schemeClr>
            </a:prstShdw>
          </a:effectLst>
        </p:spPr>
        <p:txBody>
          <a:bodyPr wrap="none">
            <a:spAutoFit/>
          </a:bodyPr>
          <a:lstStyle/>
          <a:p>
            <a:pPr algn="ctr">
              <a:lnSpc>
                <a:spcPct val="90000"/>
              </a:lnSpc>
              <a:spcBef>
                <a:spcPct val="0"/>
              </a:spcBef>
              <a:buClr>
                <a:schemeClr val="tx2"/>
              </a:buClr>
              <a:buSzPct val="80000"/>
              <a:buFontTx/>
              <a:buNone/>
              <a:defRPr/>
            </a:pPr>
            <a:r>
              <a:rPr lang="en-US" sz="1400" b="1" dirty="0">
                <a:solidFill>
                  <a:schemeClr val="tx2"/>
                </a:solidFill>
                <a:latin typeface="Arial" charset="0"/>
                <a:ea typeface="Arial Unicode MS" pitchFamily="34" charset="-128"/>
                <a:cs typeface="Arial Unicode MS" pitchFamily="34" charset="-128"/>
              </a:rPr>
              <a:t>$4 MM</a:t>
            </a:r>
          </a:p>
        </p:txBody>
      </p:sp>
      <p:sp>
        <p:nvSpPr>
          <p:cNvPr id="1049" name="Text Box 24">
            <a:extLst>
              <a:ext uri="{FF2B5EF4-FFF2-40B4-BE49-F238E27FC236}">
                <a16:creationId xmlns:a16="http://schemas.microsoft.com/office/drawing/2014/main" id="{9411CC13-F363-CA71-80DA-CDE40ED54969}"/>
              </a:ext>
            </a:extLst>
          </p:cNvPr>
          <p:cNvSpPr txBox="1">
            <a:spLocks noChangeArrowheads="1"/>
          </p:cNvSpPr>
          <p:nvPr/>
        </p:nvSpPr>
        <p:spPr bwMode="auto">
          <a:xfrm>
            <a:off x="7175324" y="1404762"/>
            <a:ext cx="25447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Clr>
                <a:schemeClr val="tx2"/>
              </a:buClr>
              <a:buSzPct val="80000"/>
              <a:buFontTx/>
              <a:buNone/>
            </a:pPr>
            <a:r>
              <a:rPr lang="en-US" altLang="en-US" sz="1400" b="1">
                <a:solidFill>
                  <a:srgbClr val="00B0F0"/>
                </a:solidFill>
                <a:cs typeface="Arial" panose="020B0604020202020204" pitchFamily="34" charset="0"/>
              </a:rPr>
              <a:t>Reduction in Risk</a:t>
            </a:r>
          </a:p>
        </p:txBody>
      </p:sp>
      <p:sp>
        <p:nvSpPr>
          <p:cNvPr id="1050" name="AutoShape 25">
            <a:extLst>
              <a:ext uri="{FF2B5EF4-FFF2-40B4-BE49-F238E27FC236}">
                <a16:creationId xmlns:a16="http://schemas.microsoft.com/office/drawing/2014/main" id="{BD402E70-2900-9E49-B6D0-696519F95CED}"/>
              </a:ext>
            </a:extLst>
          </p:cNvPr>
          <p:cNvSpPr>
            <a:spLocks noChangeArrowheads="1"/>
          </p:cNvSpPr>
          <p:nvPr/>
        </p:nvSpPr>
        <p:spPr bwMode="auto">
          <a:xfrm rot="4183881">
            <a:off x="4994099" y="2904950"/>
            <a:ext cx="1414462" cy="169862"/>
          </a:xfrm>
          <a:prstGeom prst="rightArrow">
            <a:avLst>
              <a:gd name="adj1" fmla="val 69676"/>
              <a:gd name="adj2" fmla="val 97805"/>
            </a:avLst>
          </a:prstGeom>
          <a:gradFill rotWithShape="0">
            <a:gsLst>
              <a:gs pos="0">
                <a:srgbClr val="002469"/>
              </a:gs>
              <a:gs pos="100000">
                <a:srgbClr val="E5EBF4">
                  <a:alpha val="0"/>
                </a:srgbClr>
              </a:gs>
            </a:gsLst>
            <a:lin ang="10800000"/>
          </a:gradFill>
          <a:ln>
            <a:noFill/>
          </a:ln>
          <a:extLst>
            <a:ext uri="{91240B29-F687-4F45-9708-019B960494DF}">
              <a14:hiddenLine xmlns:a14="http://schemas.microsoft.com/office/drawing/2010/main" w="25400" cap="sq" algn="ctr">
                <a:solidFill>
                  <a:srgbClr val="000000"/>
                </a:solidFill>
                <a:round/>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endParaRPr lang="en-US" altLang="en-US" sz="1600">
              <a:cs typeface="Arial" panose="020B0604020202020204" pitchFamily="34" charset="0"/>
            </a:endParaRPr>
          </a:p>
        </p:txBody>
      </p:sp>
      <p:sp>
        <p:nvSpPr>
          <p:cNvPr id="1051" name="AutoShape 26">
            <a:extLst>
              <a:ext uri="{FF2B5EF4-FFF2-40B4-BE49-F238E27FC236}">
                <a16:creationId xmlns:a16="http://schemas.microsoft.com/office/drawing/2014/main" id="{C7B00DB9-96B6-3642-7827-9E942A90F09D}"/>
              </a:ext>
            </a:extLst>
          </p:cNvPr>
          <p:cNvSpPr>
            <a:spLocks noChangeArrowheads="1"/>
          </p:cNvSpPr>
          <p:nvPr/>
        </p:nvSpPr>
        <p:spPr bwMode="auto">
          <a:xfrm rot="4183881">
            <a:off x="7663480" y="3124819"/>
            <a:ext cx="1800225" cy="160337"/>
          </a:xfrm>
          <a:prstGeom prst="rightArrow">
            <a:avLst>
              <a:gd name="adj1" fmla="val 69676"/>
              <a:gd name="adj2" fmla="val 131874"/>
            </a:avLst>
          </a:prstGeom>
          <a:gradFill rotWithShape="0">
            <a:gsLst>
              <a:gs pos="0">
                <a:srgbClr val="002469"/>
              </a:gs>
              <a:gs pos="100000">
                <a:srgbClr val="E5EBF4">
                  <a:alpha val="0"/>
                </a:srgbClr>
              </a:gs>
            </a:gsLst>
            <a:lin ang="10800000"/>
          </a:gradFill>
          <a:ln>
            <a:noFill/>
          </a:ln>
          <a:extLst>
            <a:ext uri="{91240B29-F687-4F45-9708-019B960494DF}">
              <a14:hiddenLine xmlns:a14="http://schemas.microsoft.com/office/drawing/2010/main" w="25400" cap="sq" algn="ctr">
                <a:solidFill>
                  <a:srgbClr val="000000"/>
                </a:solidFill>
                <a:round/>
                <a:headEnd/>
                <a:tailEnd/>
              </a14:hiddenLine>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lnSpc>
                <a:spcPct val="90000"/>
              </a:lnSpc>
              <a:spcBef>
                <a:spcPct val="0"/>
              </a:spcBef>
              <a:buClr>
                <a:schemeClr val="tx2"/>
              </a:buClr>
              <a:buSzPct val="80000"/>
              <a:buFontTx/>
              <a:buNone/>
            </a:pPr>
            <a:endParaRPr lang="en-US" altLang="en-US" sz="1600">
              <a:cs typeface="Arial" panose="020B0604020202020204" pitchFamily="34" charset="0"/>
            </a:endParaRPr>
          </a:p>
        </p:txBody>
      </p:sp>
    </p:spTree>
    <p:custDataLst>
      <p:tags r:id="rId1"/>
    </p:custDataLst>
    <p:extLst>
      <p:ext uri="{BB962C8B-B14F-4D97-AF65-F5344CB8AC3E}">
        <p14:creationId xmlns:p14="http://schemas.microsoft.com/office/powerpoint/2010/main" val="2022713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1879-A574-3F17-8FA3-CCB07C20583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1CA60B1-59BD-88EA-68AD-BEB1A9DC631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Virtualization Reduce Energy Consumption </a:t>
            </a:r>
          </a:p>
        </p:txBody>
      </p:sp>
      <p:sp>
        <p:nvSpPr>
          <p:cNvPr id="3" name="Slide Number Placeholder 2">
            <a:extLst>
              <a:ext uri="{FF2B5EF4-FFF2-40B4-BE49-F238E27FC236}">
                <a16:creationId xmlns:a16="http://schemas.microsoft.com/office/drawing/2014/main" id="{14D982F6-5797-372B-55EB-E1B2A71FFC87}"/>
              </a:ext>
            </a:extLst>
          </p:cNvPr>
          <p:cNvSpPr>
            <a:spLocks noGrp="1"/>
          </p:cNvSpPr>
          <p:nvPr>
            <p:ph type="sldNum" sz="quarter" idx="12"/>
          </p:nvPr>
        </p:nvSpPr>
        <p:spPr/>
        <p:txBody>
          <a:bodyPr/>
          <a:lstStyle/>
          <a:p>
            <a:fld id="{3485D9CA-6DAA-4C3C-A3E2-EDEA918D5F89}" type="slidenum">
              <a:rPr lang="en-US">
                <a:latin typeface="Calibri"/>
              </a:rPr>
              <a:pPr/>
              <a:t>42</a:t>
            </a:fld>
            <a:endParaRPr lang="en-US">
              <a:latin typeface="Calibri"/>
            </a:endParaRPr>
          </a:p>
        </p:txBody>
      </p:sp>
      <p:sp>
        <p:nvSpPr>
          <p:cNvPr id="24" name="Rectangle 23">
            <a:extLst>
              <a:ext uri="{FF2B5EF4-FFF2-40B4-BE49-F238E27FC236}">
                <a16:creationId xmlns:a16="http://schemas.microsoft.com/office/drawing/2014/main" id="{CF3A026A-E711-4896-3AF7-99462BD0E3EF}"/>
              </a:ext>
            </a:extLst>
          </p:cNvPr>
          <p:cNvSpPr/>
          <p:nvPr/>
        </p:nvSpPr>
        <p:spPr>
          <a:xfrm>
            <a:off x="4015291" y="6013627"/>
            <a:ext cx="3679825" cy="34131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buFontTx/>
              <a:buNone/>
              <a:defRPr/>
            </a:pPr>
            <a:endParaRPr lang="en-US"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B7810EF4-5802-46DF-3579-5FB0943989D4}"/>
              </a:ext>
            </a:extLst>
          </p:cNvPr>
          <p:cNvSpPr/>
          <p:nvPr/>
        </p:nvSpPr>
        <p:spPr>
          <a:xfrm>
            <a:off x="4026403" y="4196116"/>
            <a:ext cx="3678238" cy="34131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buFontTx/>
              <a:buNone/>
              <a:defRPr/>
            </a:pPr>
            <a:endParaRPr lang="en-US" dirty="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14A3814E-719E-6911-5812-4868FF381A3B}"/>
              </a:ext>
            </a:extLst>
          </p:cNvPr>
          <p:cNvSpPr/>
          <p:nvPr/>
        </p:nvSpPr>
        <p:spPr>
          <a:xfrm>
            <a:off x="4038045" y="2499079"/>
            <a:ext cx="3651250" cy="34131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buFontTx/>
              <a:buNone/>
              <a:defRPr/>
            </a:pPr>
            <a:endParaRPr lang="en-US" dirty="0">
              <a:latin typeface="Arial" panose="020B0604020202020204" pitchFamily="34" charset="0"/>
              <a:cs typeface="Arial" panose="020B0604020202020204" pitchFamily="34" charset="0"/>
            </a:endParaRPr>
          </a:p>
        </p:txBody>
      </p:sp>
      <p:sp>
        <p:nvSpPr>
          <p:cNvPr id="15368" name="AutoShape 5">
            <a:extLst>
              <a:ext uri="{FF2B5EF4-FFF2-40B4-BE49-F238E27FC236}">
                <a16:creationId xmlns:a16="http://schemas.microsoft.com/office/drawing/2014/main" id="{DEB21471-3206-5AC9-6B0E-94C1C58367F6}"/>
              </a:ext>
            </a:extLst>
          </p:cNvPr>
          <p:cNvSpPr>
            <a:spLocks noChangeArrowheads="1"/>
          </p:cNvSpPr>
          <p:nvPr/>
        </p:nvSpPr>
        <p:spPr bwMode="auto">
          <a:xfrm>
            <a:off x="5643008" y="1703387"/>
            <a:ext cx="3609975" cy="2717800"/>
          </a:xfrm>
          <a:prstGeom prst="roundRect">
            <a:avLst>
              <a:gd name="adj" fmla="val 5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marL="0" lvl="3" eaLnBrk="1" hangingPunct="1">
              <a:spcBef>
                <a:spcPct val="0"/>
              </a:spcBef>
              <a:buFont typeface="Wingdings 3" panose="05040102010807070707" pitchFamily="18" charset="2"/>
              <a:buNone/>
            </a:pPr>
            <a:r>
              <a:rPr lang="en-US" altLang="en-US">
                <a:cs typeface="Arial" panose="020B0604020202020204" pitchFamily="34" charset="0"/>
              </a:rPr>
              <a:t> </a:t>
            </a:r>
          </a:p>
        </p:txBody>
      </p:sp>
      <p:sp>
        <p:nvSpPr>
          <p:cNvPr id="14" name="Rectangle 3">
            <a:extLst>
              <a:ext uri="{FF2B5EF4-FFF2-40B4-BE49-F238E27FC236}">
                <a16:creationId xmlns:a16="http://schemas.microsoft.com/office/drawing/2014/main" id="{1D916852-A5DF-E3FE-3486-4EB44C43F95A}"/>
              </a:ext>
            </a:extLst>
          </p:cNvPr>
          <p:cNvSpPr txBox="1">
            <a:spLocks noChangeArrowheads="1"/>
          </p:cNvSpPr>
          <p:nvPr/>
        </p:nvSpPr>
        <p:spPr bwMode="auto">
          <a:xfrm>
            <a:off x="4095194" y="1427162"/>
            <a:ext cx="6764716" cy="939801"/>
          </a:xfrm>
          <a:prstGeom prst="rect">
            <a:avLst/>
          </a:prstGeom>
          <a:noFill/>
          <a:ln w="9525">
            <a:noFill/>
            <a:miter lim="800000"/>
            <a:headEnd/>
            <a:tailEnd/>
          </a:ln>
        </p:spPr>
        <p:txBody>
          <a:bodyPr/>
          <a:lstStyle/>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Highest consolidation rates on most secure and reliable virtualization platform</a:t>
            </a:r>
          </a:p>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Safely improve utilization rates</a:t>
            </a:r>
          </a:p>
          <a:p>
            <a:pPr marL="300038" lvl="1" indent="-298450" eaLnBrk="0" hangingPunct="0">
              <a:spcBef>
                <a:spcPct val="0"/>
              </a:spcBef>
              <a:spcAft>
                <a:spcPct val="40000"/>
              </a:spcAft>
              <a:buClr>
                <a:schemeClr val="folHlink"/>
              </a:buClr>
              <a:buSzPct val="75000"/>
              <a:buFontTx/>
              <a:buBlip>
                <a:blip r:embed="rId3"/>
              </a:buBlip>
              <a:defRPr/>
            </a:pPr>
            <a:r>
              <a:rPr lang="en-US" b="1" kern="0" dirty="0">
                <a:latin typeface="Arial" panose="020B0604020202020204" pitchFamily="34" charset="0"/>
                <a:cs typeface="Arial" panose="020B0604020202020204" pitchFamily="34" charset="0"/>
              </a:rPr>
              <a:t>80% energy reduction</a:t>
            </a:r>
          </a:p>
        </p:txBody>
      </p:sp>
      <p:pic>
        <p:nvPicPr>
          <p:cNvPr id="15385" name="Picture 10">
            <a:extLst>
              <a:ext uri="{FF2B5EF4-FFF2-40B4-BE49-F238E27FC236}">
                <a16:creationId xmlns:a16="http://schemas.microsoft.com/office/drawing/2014/main" id="{0933BBFC-83BF-4C36-6626-354A98D146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583" y="1427162"/>
            <a:ext cx="2233599"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71" name="Group 50">
            <a:extLst>
              <a:ext uri="{FF2B5EF4-FFF2-40B4-BE49-F238E27FC236}">
                <a16:creationId xmlns:a16="http://schemas.microsoft.com/office/drawing/2014/main" id="{7BFF7DB4-AC3B-2984-9B53-B4161440DCA5}"/>
              </a:ext>
            </a:extLst>
          </p:cNvPr>
          <p:cNvGrpSpPr>
            <a:grpSpLocks/>
          </p:cNvGrpSpPr>
          <p:nvPr/>
        </p:nvGrpSpPr>
        <p:grpSpPr bwMode="auto">
          <a:xfrm>
            <a:off x="764620" y="3027362"/>
            <a:ext cx="8588375" cy="1219200"/>
            <a:chOff x="326736" y="2667000"/>
            <a:chExt cx="8588664" cy="1219200"/>
          </a:xfrm>
        </p:grpSpPr>
        <p:pic>
          <p:nvPicPr>
            <p:cNvPr id="15382" name="Picture 4" descr="VMotion tech">
              <a:extLst>
                <a:ext uri="{FF2B5EF4-FFF2-40B4-BE49-F238E27FC236}">
                  <a16:creationId xmlns:a16="http://schemas.microsoft.com/office/drawing/2014/main" id="{BB81FDCB-4A34-8844-9B47-8D57C4908F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736" y="2819400"/>
              <a:ext cx="2949864"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Rectangle 3">
              <a:extLst>
                <a:ext uri="{FF2B5EF4-FFF2-40B4-BE49-F238E27FC236}">
                  <a16:creationId xmlns:a16="http://schemas.microsoft.com/office/drawing/2014/main" id="{BB794ABA-FAAF-E3F7-DFDC-7170919EC759}"/>
                </a:ext>
              </a:extLst>
            </p:cNvPr>
            <p:cNvSpPr txBox="1">
              <a:spLocks noChangeArrowheads="1"/>
            </p:cNvSpPr>
            <p:nvPr/>
          </p:nvSpPr>
          <p:spPr bwMode="auto">
            <a:xfrm>
              <a:off x="3657423" y="2667000"/>
              <a:ext cx="5257977" cy="1143000"/>
            </a:xfrm>
            <a:prstGeom prst="rect">
              <a:avLst/>
            </a:prstGeom>
            <a:noFill/>
            <a:ln w="9525">
              <a:noFill/>
              <a:miter lim="800000"/>
              <a:headEnd/>
              <a:tailEnd/>
            </a:ln>
          </p:spPr>
          <p:txBody>
            <a:bodyPr/>
            <a:lstStyle/>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Dynamic server and storage migration</a:t>
              </a:r>
            </a:p>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Power off unneeded servers in real-time</a:t>
              </a:r>
            </a:p>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Migrate storage dynamically</a:t>
              </a:r>
            </a:p>
            <a:p>
              <a:pPr marL="300038" lvl="1" indent="-298450" eaLnBrk="0" hangingPunct="0">
                <a:spcBef>
                  <a:spcPct val="0"/>
                </a:spcBef>
                <a:spcAft>
                  <a:spcPct val="40000"/>
                </a:spcAft>
                <a:buClr>
                  <a:schemeClr val="folHlink"/>
                </a:buClr>
                <a:buSzPct val="75000"/>
                <a:buFontTx/>
                <a:buBlip>
                  <a:blip r:embed="rId3"/>
                </a:buBlip>
                <a:defRPr/>
              </a:pPr>
              <a:r>
                <a:rPr lang="en-US" b="1" kern="0" dirty="0">
                  <a:latin typeface="Arial" panose="020B0604020202020204" pitchFamily="34" charset="0"/>
                  <a:cs typeface="Arial" panose="020B0604020202020204" pitchFamily="34" charset="0"/>
                </a:rPr>
                <a:t>25% energy reduction</a:t>
              </a:r>
            </a:p>
          </p:txBody>
        </p:sp>
      </p:grpSp>
      <p:grpSp>
        <p:nvGrpSpPr>
          <p:cNvPr id="15372" name="Group 51">
            <a:extLst>
              <a:ext uri="{FF2B5EF4-FFF2-40B4-BE49-F238E27FC236}">
                <a16:creationId xmlns:a16="http://schemas.microsoft.com/office/drawing/2014/main" id="{D4AC952B-4FFA-4F33-B5CB-2943E30C3A8A}"/>
              </a:ext>
            </a:extLst>
          </p:cNvPr>
          <p:cNvGrpSpPr>
            <a:grpSpLocks/>
          </p:cNvGrpSpPr>
          <p:nvPr/>
        </p:nvGrpSpPr>
        <p:grpSpPr bwMode="auto">
          <a:xfrm>
            <a:off x="1047195" y="4664075"/>
            <a:ext cx="8305800" cy="1639887"/>
            <a:chOff x="609600" y="4303712"/>
            <a:chExt cx="8305800" cy="1639888"/>
          </a:xfrm>
        </p:grpSpPr>
        <p:grpSp>
          <p:nvGrpSpPr>
            <p:cNvPr id="15373" name="Group 45">
              <a:extLst>
                <a:ext uri="{FF2B5EF4-FFF2-40B4-BE49-F238E27FC236}">
                  <a16:creationId xmlns:a16="http://schemas.microsoft.com/office/drawing/2014/main" id="{BB4914DB-71B3-55F5-5F8A-7817EB5DB494}"/>
                </a:ext>
              </a:extLst>
            </p:cNvPr>
            <p:cNvGrpSpPr>
              <a:grpSpLocks/>
            </p:cNvGrpSpPr>
            <p:nvPr/>
          </p:nvGrpSpPr>
          <p:grpSpPr bwMode="auto">
            <a:xfrm>
              <a:off x="609600" y="4303712"/>
              <a:ext cx="2249488" cy="1639888"/>
              <a:chOff x="795337" y="4151312"/>
              <a:chExt cx="2249488" cy="1639888"/>
            </a:xfrm>
          </p:grpSpPr>
          <p:grpSp>
            <p:nvGrpSpPr>
              <p:cNvPr id="15375" name="Isosceles Triangle 10">
                <a:extLst>
                  <a:ext uri="{FF2B5EF4-FFF2-40B4-BE49-F238E27FC236}">
                    <a16:creationId xmlns:a16="http://schemas.microsoft.com/office/drawing/2014/main" id="{A2DB8231-A1BB-22E9-2257-D34CD50E2AE5}"/>
                  </a:ext>
                </a:extLst>
              </p:cNvPr>
              <p:cNvGrpSpPr>
                <a:grpSpLocks/>
              </p:cNvGrpSpPr>
              <p:nvPr/>
            </p:nvGrpSpPr>
            <p:grpSpPr bwMode="auto">
              <a:xfrm>
                <a:off x="795337" y="4608513"/>
                <a:ext cx="2249488" cy="950912"/>
                <a:chOff x="3994" y="1559"/>
                <a:chExt cx="1417" cy="599"/>
              </a:xfrm>
            </p:grpSpPr>
            <p:pic>
              <p:nvPicPr>
                <p:cNvPr id="15380" name="Isosceles Triangle 10">
                  <a:extLst>
                    <a:ext uri="{FF2B5EF4-FFF2-40B4-BE49-F238E27FC236}">
                      <a16:creationId xmlns:a16="http://schemas.microsoft.com/office/drawing/2014/main" id="{52F8C2BD-6F6E-0F66-0F61-CDCD111BF16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4" y="1559"/>
                  <a:ext cx="1417"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1" name="Text Box 12">
                  <a:extLst>
                    <a:ext uri="{FF2B5EF4-FFF2-40B4-BE49-F238E27FC236}">
                      <a16:creationId xmlns:a16="http://schemas.microsoft.com/office/drawing/2014/main" id="{4798D00D-DD95-9598-9B18-1B79C9A3F647}"/>
                    </a:ext>
                  </a:extLst>
                </p:cNvPr>
                <p:cNvSpPr txBox="1">
                  <a:spLocks noChangeArrowheads="1"/>
                </p:cNvSpPr>
                <p:nvPr/>
              </p:nvSpPr>
              <p:spPr bwMode="auto">
                <a:xfrm rot="10800000">
                  <a:off x="4368" y="1584"/>
                  <a:ext cx="67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endParaRPr lang="en-US" altLang="en-US">
                    <a:solidFill>
                      <a:srgbClr val="FFFFFF"/>
                    </a:solidFill>
                    <a:cs typeface="Arial" panose="020B0604020202020204" pitchFamily="34" charset="0"/>
                  </a:endParaRPr>
                </a:p>
              </p:txBody>
            </p:sp>
          </p:grpSp>
          <p:pic>
            <p:nvPicPr>
              <p:cNvPr id="15376" name="Picture 88" descr="ICON_Laptop_NoShadow_Q207">
                <a:extLst>
                  <a:ext uri="{FF2B5EF4-FFF2-40B4-BE49-F238E27FC236}">
                    <a16:creationId xmlns:a16="http://schemas.microsoft.com/office/drawing/2014/main" id="{F37E0C1B-3F07-8FF9-2957-17C7BAC3D7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4267200"/>
                <a:ext cx="44132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7" name="Picture 91" descr="icon_ThinClient_q207">
                <a:extLst>
                  <a:ext uri="{FF2B5EF4-FFF2-40B4-BE49-F238E27FC236}">
                    <a16:creationId xmlns:a16="http://schemas.microsoft.com/office/drawing/2014/main" id="{E44EFE86-2D00-8440-CF8E-3DE744B4D1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6650" y="4227512"/>
                <a:ext cx="43021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8" name="Picture 13" descr="small_server">
                <a:extLst>
                  <a:ext uri="{FF2B5EF4-FFF2-40B4-BE49-F238E27FC236}">
                    <a16:creationId xmlns:a16="http://schemas.microsoft.com/office/drawing/2014/main" id="{4EDF72DA-7321-A2E9-5D8E-0DD798D3B4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76400" y="5029200"/>
                <a:ext cx="5810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9" name="Picture 91" descr="icon_ThinClient_q207">
                <a:extLst>
                  <a:ext uri="{FF2B5EF4-FFF2-40B4-BE49-F238E27FC236}">
                    <a16:creationId xmlns:a16="http://schemas.microsoft.com/office/drawing/2014/main" id="{13F57653-06F9-572E-304D-F04DB66CFB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1388" y="4151312"/>
                <a:ext cx="43021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9" name="Rectangle 3">
              <a:extLst>
                <a:ext uri="{FF2B5EF4-FFF2-40B4-BE49-F238E27FC236}">
                  <a16:creationId xmlns:a16="http://schemas.microsoft.com/office/drawing/2014/main" id="{07A72EFE-1AB1-05E3-7214-A5BAC97C8452}"/>
                </a:ext>
              </a:extLst>
            </p:cNvPr>
            <p:cNvSpPr txBox="1">
              <a:spLocks noChangeArrowheads="1"/>
            </p:cNvSpPr>
            <p:nvPr/>
          </p:nvSpPr>
          <p:spPr bwMode="auto">
            <a:xfrm>
              <a:off x="3657600" y="4495799"/>
              <a:ext cx="5257800" cy="1143001"/>
            </a:xfrm>
            <a:prstGeom prst="rect">
              <a:avLst/>
            </a:prstGeom>
            <a:noFill/>
            <a:ln w="9525">
              <a:noFill/>
              <a:miter lim="800000"/>
              <a:headEnd/>
              <a:tailEnd/>
            </a:ln>
          </p:spPr>
          <p:txBody>
            <a:bodyPr/>
            <a:lstStyle/>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Host desktop PCs in the datacenter </a:t>
              </a:r>
            </a:p>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Use thin clients, double refresh cycle</a:t>
              </a:r>
            </a:p>
            <a:p>
              <a:pPr marL="300038" lvl="1" indent="-298450" eaLnBrk="0" hangingPunct="0">
                <a:spcBef>
                  <a:spcPct val="0"/>
                </a:spcBef>
                <a:spcAft>
                  <a:spcPct val="40000"/>
                </a:spcAft>
                <a:buClr>
                  <a:schemeClr val="folHlink"/>
                </a:buClr>
                <a:buSzPct val="75000"/>
                <a:buFontTx/>
                <a:buBlip>
                  <a:blip r:embed="rId3"/>
                </a:buBlip>
                <a:defRPr/>
              </a:pPr>
              <a:r>
                <a:rPr lang="en-US" kern="0" dirty="0">
                  <a:latin typeface="Arial" panose="020B0604020202020204" pitchFamily="34" charset="0"/>
                  <a:cs typeface="Arial" panose="020B0604020202020204" pitchFamily="34" charset="0"/>
                </a:rPr>
                <a:t>Reduce storage for similar desktop images</a:t>
              </a:r>
            </a:p>
            <a:p>
              <a:pPr marL="300038" lvl="1" indent="-298450" eaLnBrk="0" hangingPunct="0">
                <a:spcBef>
                  <a:spcPct val="0"/>
                </a:spcBef>
                <a:spcAft>
                  <a:spcPct val="40000"/>
                </a:spcAft>
                <a:buClr>
                  <a:schemeClr val="folHlink"/>
                </a:buClr>
                <a:buSzPct val="75000"/>
                <a:buFontTx/>
                <a:buBlip>
                  <a:blip r:embed="rId3"/>
                </a:buBlip>
                <a:defRPr/>
              </a:pPr>
              <a:r>
                <a:rPr lang="en-US" b="1" kern="0" dirty="0">
                  <a:latin typeface="Arial" panose="020B0604020202020204" pitchFamily="34" charset="0"/>
                  <a:cs typeface="Arial" panose="020B0604020202020204" pitchFamily="34" charset="0"/>
                </a:rPr>
                <a:t>70% energy reduction</a:t>
              </a:r>
            </a:p>
          </p:txBody>
        </p:sp>
      </p:grpSp>
    </p:spTree>
    <p:custDataLst>
      <p:tags r:id="rId1"/>
    </p:custDataLst>
    <p:extLst>
      <p:ext uri="{BB962C8B-B14F-4D97-AF65-F5344CB8AC3E}">
        <p14:creationId xmlns:p14="http://schemas.microsoft.com/office/powerpoint/2010/main" val="2403667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47918-B908-D650-AF4E-552420EF9F8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97868A2-82C2-5CB9-3109-3F687F068E0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What is Available Today</a:t>
            </a:r>
          </a:p>
        </p:txBody>
      </p:sp>
      <p:sp>
        <p:nvSpPr>
          <p:cNvPr id="3" name="Slide Number Placeholder 2">
            <a:extLst>
              <a:ext uri="{FF2B5EF4-FFF2-40B4-BE49-F238E27FC236}">
                <a16:creationId xmlns:a16="http://schemas.microsoft.com/office/drawing/2014/main" id="{6D36ECF6-F781-9812-FBFB-5CCD9FD09627}"/>
              </a:ext>
            </a:extLst>
          </p:cNvPr>
          <p:cNvSpPr>
            <a:spLocks noGrp="1"/>
          </p:cNvSpPr>
          <p:nvPr>
            <p:ph type="sldNum" sz="quarter" idx="12"/>
          </p:nvPr>
        </p:nvSpPr>
        <p:spPr/>
        <p:txBody>
          <a:bodyPr/>
          <a:lstStyle/>
          <a:p>
            <a:fld id="{3485D9CA-6DAA-4C3C-A3E2-EDEA918D5F89}" type="slidenum">
              <a:rPr lang="en-US">
                <a:latin typeface="Calibri"/>
              </a:rPr>
              <a:pPr/>
              <a:t>43</a:t>
            </a:fld>
            <a:endParaRPr lang="en-US">
              <a:latin typeface="Calibri"/>
            </a:endParaRPr>
          </a:p>
        </p:txBody>
      </p:sp>
      <p:sp>
        <p:nvSpPr>
          <p:cNvPr id="12" name="Rectangle 3">
            <a:extLst>
              <a:ext uri="{FF2B5EF4-FFF2-40B4-BE49-F238E27FC236}">
                <a16:creationId xmlns:a16="http://schemas.microsoft.com/office/drawing/2014/main" id="{238D63D0-8E1B-A64F-8B8D-1F8163AB3186}"/>
              </a:ext>
            </a:extLst>
          </p:cNvPr>
          <p:cNvSpPr txBox="1">
            <a:spLocks noChangeArrowheads="1"/>
          </p:cNvSpPr>
          <p:nvPr/>
        </p:nvSpPr>
        <p:spPr>
          <a:xfrm>
            <a:off x="632151" y="1453241"/>
            <a:ext cx="1010415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Hyper-V (Microsoft)</a:t>
            </a:r>
            <a:r>
              <a:rPr lang="en-US" dirty="0">
                <a:latin typeface="Arial" panose="020B0604020202020204" pitchFamily="34" charset="0"/>
                <a:cs typeface="Arial" panose="020B0604020202020204" pitchFamily="34" charset="0"/>
              </a:rPr>
              <a:t>: A bare-metal hypervisor integrated into Windows Server and Windows, used for enterprise virtualization. </a:t>
            </a:r>
          </a:p>
          <a:p>
            <a:pPr algn="just"/>
            <a:r>
              <a:rPr lang="en-US" b="1" dirty="0">
                <a:solidFill>
                  <a:srgbClr val="FF0000"/>
                </a:solidFill>
                <a:latin typeface="Arial" panose="020B0604020202020204" pitchFamily="34" charset="0"/>
                <a:cs typeface="Arial" panose="020B0604020202020204" pitchFamily="34" charset="0"/>
              </a:rPr>
              <a:t>VMware vSphere (</a:t>
            </a:r>
            <a:r>
              <a:rPr lang="en-US" b="1" dirty="0" err="1">
                <a:solidFill>
                  <a:srgbClr val="FF0000"/>
                </a:solidFill>
                <a:latin typeface="Arial" panose="020B0604020202020204" pitchFamily="34" charset="0"/>
                <a:cs typeface="Arial" panose="020B0604020202020204" pitchFamily="34" charset="0"/>
              </a:rPr>
              <a:t>ESXi</a:t>
            </a:r>
            <a:r>
              <a:rPr lang="en-US" b="1" dirty="0">
                <a:solidFill>
                  <a:srgbClr val="FF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 leading bare-metal hypervisor for enterprise environments, providing robust virtualization features. </a:t>
            </a:r>
          </a:p>
          <a:p>
            <a:pPr algn="just"/>
            <a:r>
              <a:rPr lang="en-US" b="1" dirty="0">
                <a:solidFill>
                  <a:srgbClr val="FF0000"/>
                </a:solidFill>
                <a:latin typeface="Arial" panose="020B0604020202020204" pitchFamily="34" charset="0"/>
                <a:cs typeface="Arial" panose="020B0604020202020204" pitchFamily="34" charset="0"/>
              </a:rPr>
              <a:t>KVM</a:t>
            </a:r>
            <a:r>
              <a:rPr lang="en-US" dirty="0">
                <a:latin typeface="Arial" panose="020B0604020202020204" pitchFamily="34" charset="0"/>
                <a:cs typeface="Arial" panose="020B0604020202020204" pitchFamily="34" charset="0"/>
              </a:rPr>
              <a:t>: A virtualization module for the Linux kernel, turning a standard Linux system into a hypervisor. </a:t>
            </a:r>
          </a:p>
          <a:p>
            <a:pPr algn="just"/>
            <a:r>
              <a:rPr lang="en-US" b="1" dirty="0">
                <a:solidFill>
                  <a:srgbClr val="FF0000"/>
                </a:solidFill>
                <a:latin typeface="Arial" panose="020B0604020202020204" pitchFamily="34" charset="0"/>
                <a:cs typeface="Arial" panose="020B0604020202020204" pitchFamily="34" charset="0"/>
              </a:rPr>
              <a:t>Xen</a:t>
            </a:r>
            <a:r>
              <a:rPr lang="en-US" dirty="0">
                <a:latin typeface="Arial" panose="020B0604020202020204" pitchFamily="34" charset="0"/>
                <a:cs typeface="Arial" panose="020B0604020202020204" pitchFamily="34" charset="0"/>
              </a:rPr>
              <a:t>: An open-source, bare-metal hypervisor used in various cloud environments and specialized systems. </a:t>
            </a:r>
          </a:p>
          <a:p>
            <a:pPr algn="just"/>
            <a:r>
              <a:rPr lang="en-US" b="1" dirty="0">
                <a:solidFill>
                  <a:srgbClr val="FF0000"/>
                </a:solidFill>
                <a:latin typeface="Arial" panose="020B0604020202020204" pitchFamily="34" charset="0"/>
                <a:cs typeface="Arial" panose="020B0604020202020204" pitchFamily="34" charset="0"/>
              </a:rPr>
              <a:t>Oracle VM Server</a:t>
            </a:r>
            <a:r>
              <a:rPr lang="en-US" dirty="0">
                <a:latin typeface="Arial" panose="020B0604020202020204" pitchFamily="34" charset="0"/>
                <a:cs typeface="Arial" panose="020B0604020202020204" pitchFamily="34" charset="0"/>
              </a:rPr>
              <a:t>: A bare-metal hypervisor from Oracle for virtualizing x86-based servers. </a:t>
            </a:r>
          </a:p>
          <a:p>
            <a:pPr algn="just"/>
            <a:r>
              <a:rPr lang="en-US" b="1" dirty="0">
                <a:solidFill>
                  <a:srgbClr val="FF0000"/>
                </a:solidFill>
                <a:latin typeface="Arial" panose="020B0604020202020204" pitchFamily="34" charset="0"/>
                <a:cs typeface="Arial" panose="020B0604020202020204" pitchFamily="34" charset="0"/>
              </a:rPr>
              <a:t>Nutanix AHV</a:t>
            </a:r>
            <a:r>
              <a:rPr lang="en-US" dirty="0">
                <a:latin typeface="Arial" panose="020B0604020202020204" pitchFamily="34" charset="0"/>
                <a:cs typeface="Arial" panose="020B0604020202020204" pitchFamily="34" charset="0"/>
              </a:rPr>
              <a:t>: A bare-metal hypervisor from Nutanix, used in its enterprise cloud platform. </a:t>
            </a:r>
          </a:p>
          <a:p>
            <a:pPr algn="just"/>
            <a:r>
              <a:rPr lang="en-US" b="1" dirty="0" err="1">
                <a:solidFill>
                  <a:srgbClr val="FF0000"/>
                </a:solidFill>
                <a:latin typeface="Arial" panose="020B0604020202020204" pitchFamily="34" charset="0"/>
                <a:cs typeface="Arial" panose="020B0604020202020204" pitchFamily="34" charset="0"/>
              </a:rPr>
              <a:t>Proxmox</a:t>
            </a:r>
            <a:r>
              <a:rPr lang="en-US" b="1" dirty="0">
                <a:solidFill>
                  <a:srgbClr val="FF0000"/>
                </a:solidFill>
                <a:latin typeface="Arial" panose="020B0604020202020204" pitchFamily="34" charset="0"/>
                <a:cs typeface="Arial" panose="020B0604020202020204" pitchFamily="34" charset="0"/>
              </a:rPr>
              <a:t> VE</a:t>
            </a:r>
            <a:r>
              <a:rPr lang="en-US" dirty="0">
                <a:latin typeface="Arial" panose="020B0604020202020204" pitchFamily="34" charset="0"/>
                <a:cs typeface="Arial" panose="020B0604020202020204" pitchFamily="34" charset="0"/>
              </a:rPr>
              <a:t>: An open-source, bare-metal virtualization platform that uses KVM and LXC to run VMs and containers. </a:t>
            </a:r>
          </a:p>
        </p:txBody>
      </p:sp>
    </p:spTree>
    <p:custDataLst>
      <p:tags r:id="rId1"/>
    </p:custDataLst>
    <p:extLst>
      <p:ext uri="{BB962C8B-B14F-4D97-AF65-F5344CB8AC3E}">
        <p14:creationId xmlns:p14="http://schemas.microsoft.com/office/powerpoint/2010/main" val="41564260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ags/tag31.xml><?xml version="1.0" encoding="utf-8"?>
<p:tagLst xmlns:a="http://schemas.openxmlformats.org/drawingml/2006/main" xmlns:r="http://schemas.openxmlformats.org/officeDocument/2006/relationships" xmlns:p="http://schemas.openxmlformats.org/presentationml/2006/main">
  <p:tag name="TIMING" val="|38.5"/>
</p:tagLst>
</file>

<file path=ppt/tags/tag32.xml><?xml version="1.0" encoding="utf-8"?>
<p:tagLst xmlns:a="http://schemas.openxmlformats.org/drawingml/2006/main" xmlns:r="http://schemas.openxmlformats.org/officeDocument/2006/relationships" xmlns:p="http://schemas.openxmlformats.org/presentationml/2006/main">
  <p:tag name="TIMING" val="|38.5"/>
</p:tagLst>
</file>

<file path=ppt/tags/tag33.xml><?xml version="1.0" encoding="utf-8"?>
<p:tagLst xmlns:a="http://schemas.openxmlformats.org/drawingml/2006/main" xmlns:r="http://schemas.openxmlformats.org/officeDocument/2006/relationships" xmlns:p="http://schemas.openxmlformats.org/presentationml/2006/main">
  <p:tag name="TIMING" val="|38.5"/>
</p:tagLst>
</file>

<file path=ppt/tags/tag34.xml><?xml version="1.0" encoding="utf-8"?>
<p:tagLst xmlns:a="http://schemas.openxmlformats.org/drawingml/2006/main" xmlns:r="http://schemas.openxmlformats.org/officeDocument/2006/relationships" xmlns:p="http://schemas.openxmlformats.org/presentationml/2006/main">
  <p:tag name="TIMING" val="|38.5"/>
</p:tagLst>
</file>

<file path=ppt/tags/tag35.xml><?xml version="1.0" encoding="utf-8"?>
<p:tagLst xmlns:a="http://schemas.openxmlformats.org/drawingml/2006/main" xmlns:r="http://schemas.openxmlformats.org/officeDocument/2006/relationships" xmlns:p="http://schemas.openxmlformats.org/presentationml/2006/main">
  <p:tag name="TIMING" val="|38.5"/>
</p:tagLst>
</file>

<file path=ppt/tags/tag36.xml><?xml version="1.0" encoding="utf-8"?>
<p:tagLst xmlns:a="http://schemas.openxmlformats.org/drawingml/2006/main" xmlns:r="http://schemas.openxmlformats.org/officeDocument/2006/relationships" xmlns:p="http://schemas.openxmlformats.org/presentationml/2006/main">
  <p:tag name="TIMING" val="|38.5"/>
</p:tagLst>
</file>

<file path=ppt/tags/tag37.xml><?xml version="1.0" encoding="utf-8"?>
<p:tagLst xmlns:a="http://schemas.openxmlformats.org/drawingml/2006/main" xmlns:r="http://schemas.openxmlformats.org/officeDocument/2006/relationships" xmlns:p="http://schemas.openxmlformats.org/presentationml/2006/main">
  <p:tag name="TIMING" val="|38.5"/>
</p:tagLst>
</file>

<file path=ppt/tags/tag38.xml><?xml version="1.0" encoding="utf-8"?>
<p:tagLst xmlns:a="http://schemas.openxmlformats.org/drawingml/2006/main" xmlns:r="http://schemas.openxmlformats.org/officeDocument/2006/relationships" xmlns:p="http://schemas.openxmlformats.org/presentationml/2006/main">
  <p:tag name="TIMING" val="|38.5"/>
</p:tagLst>
</file>

<file path=ppt/tags/tag39.xml><?xml version="1.0" encoding="utf-8"?>
<p:tagLst xmlns:a="http://schemas.openxmlformats.org/drawingml/2006/main" xmlns:r="http://schemas.openxmlformats.org/officeDocument/2006/relationships" xmlns:p="http://schemas.openxmlformats.org/presentationml/2006/main">
  <p:tag name="TIMING" val="|38.5"/>
</p:tagLst>
</file>

<file path=ppt/tags/tag40.xml><?xml version="1.0" encoding="utf-8"?>
<p:tagLst xmlns:a="http://schemas.openxmlformats.org/drawingml/2006/main" xmlns:r="http://schemas.openxmlformats.org/officeDocument/2006/relationships" xmlns:p="http://schemas.openxmlformats.org/presentationml/2006/main">
  <p:tag name="TIMING" val="|38.5"/>
</p:tagLst>
</file>

<file path=ppt/tags/tag41.xml><?xml version="1.0" encoding="utf-8"?>
<p:tagLst xmlns:a="http://schemas.openxmlformats.org/drawingml/2006/main" xmlns:r="http://schemas.openxmlformats.org/officeDocument/2006/relationships" xmlns:p="http://schemas.openxmlformats.org/presentationml/2006/main">
  <p:tag name="TIMING" val="|38.5"/>
</p:tagLst>
</file>

<file path=ppt/tags/tag42.xml><?xml version="1.0" encoding="utf-8"?>
<p:tagLst xmlns:a="http://schemas.openxmlformats.org/drawingml/2006/main" xmlns:r="http://schemas.openxmlformats.org/officeDocument/2006/relationships" xmlns:p="http://schemas.openxmlformats.org/presentationml/2006/main">
  <p:tag name="TIMING" val="|38.5"/>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24353</TotalTime>
  <Words>4323</Words>
  <Application>Microsoft Office PowerPoint</Application>
  <PresentationFormat>Widescreen</PresentationFormat>
  <Paragraphs>398</Paragraphs>
  <Slides>43</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43</vt:i4>
      </vt:variant>
    </vt:vector>
  </HeadingPairs>
  <TitlesOfParts>
    <vt:vector size="51" baseType="lpstr">
      <vt:lpstr>Arial</vt:lpstr>
      <vt:lpstr>Calibri</vt:lpstr>
      <vt:lpstr>Calibri Light</vt:lpstr>
      <vt:lpstr>Cambria</vt:lpstr>
      <vt:lpstr>Wingdings 3</vt:lpstr>
      <vt:lpstr>Office Theme</vt:lpstr>
      <vt:lpstr>Adjacency</vt:lpstr>
      <vt:lpstr>Chart</vt:lpstr>
      <vt:lpstr>CSC 418 – DevOps for Cloud Computing</vt:lpstr>
      <vt:lpstr>The Traditional Server Concept</vt:lpstr>
      <vt:lpstr>What is Virtualization?</vt:lpstr>
      <vt:lpstr>Virtualization Basics</vt:lpstr>
      <vt:lpstr>Virtualization Basics</vt:lpstr>
      <vt:lpstr>The Virtual Server Concept</vt:lpstr>
      <vt:lpstr>Virtual Machines</vt:lpstr>
      <vt:lpstr>Hypervisor</vt:lpstr>
      <vt:lpstr>Benefits of Virtualization</vt:lpstr>
      <vt:lpstr>Server Consolidation</vt:lpstr>
      <vt:lpstr>Types of Virtualization</vt:lpstr>
      <vt:lpstr>Application Virtualization</vt:lpstr>
      <vt:lpstr>Network Virtualization</vt:lpstr>
      <vt:lpstr>Desktop Virtualization</vt:lpstr>
      <vt:lpstr>Storage Virtualization</vt:lpstr>
      <vt:lpstr>Server Virtualization</vt:lpstr>
      <vt:lpstr>Data Virtualization</vt:lpstr>
      <vt:lpstr>Components of Modern Virtualization</vt:lpstr>
      <vt:lpstr>Components of Modern Virtualization</vt:lpstr>
      <vt:lpstr>Components of Modern Virtualization</vt:lpstr>
      <vt:lpstr>Components of Modern Virtualization</vt:lpstr>
      <vt:lpstr>Implementation Levels of Virtualization</vt:lpstr>
      <vt:lpstr>Instruction Set Architecture Level (ISA)</vt:lpstr>
      <vt:lpstr>Hardware Level Abstraction (HAL)</vt:lpstr>
      <vt:lpstr>Operating System Level</vt:lpstr>
      <vt:lpstr>Library Level</vt:lpstr>
      <vt:lpstr>Application Level</vt:lpstr>
      <vt:lpstr>Virtualization Structures/Tools &amp; Mechanisms</vt:lpstr>
      <vt:lpstr>Virtualization Structures/Tools &amp; Mechanisms</vt:lpstr>
      <vt:lpstr>Virtualization Structures/Tools &amp; Mechanisms</vt:lpstr>
      <vt:lpstr>Binary Translation with Full Virtualization</vt:lpstr>
      <vt:lpstr>Binary Translation with Full Virtualization</vt:lpstr>
      <vt:lpstr>Binary Translation with Full Virtualization</vt:lpstr>
      <vt:lpstr>Para-Virtualization with Compiler Support</vt:lpstr>
      <vt:lpstr>Virtualization Structures/Tools &amp; Mechanisms</vt:lpstr>
      <vt:lpstr>Performance Comparison</vt:lpstr>
      <vt:lpstr>Performance Comparison</vt:lpstr>
      <vt:lpstr>Virtualization – Key Solutions / Use Cases</vt:lpstr>
      <vt:lpstr>Top 3 Economic Reasons For Virtualization</vt:lpstr>
      <vt:lpstr>Server, Storage and Network Consolidation</vt:lpstr>
      <vt:lpstr>Virtualization Delivers Tangible Business Outcomes </vt:lpstr>
      <vt:lpstr>Virtualization Reduce Energy Consumption </vt:lpstr>
      <vt:lpstr>What is Available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418 – DevOps for Cloud Computing</dc:title>
  <dc:creator>Hasan Jamal</dc:creator>
  <cp:lastModifiedBy>Hasan Jamal</cp:lastModifiedBy>
  <cp:revision>118</cp:revision>
  <dcterms:created xsi:type="dcterms:W3CDTF">2020-06-08T03:46:58Z</dcterms:created>
  <dcterms:modified xsi:type="dcterms:W3CDTF">2025-10-31T09:38:37Z</dcterms:modified>
</cp:coreProperties>
</file>